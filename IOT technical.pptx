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67" r:id="rId6"/>
    <p:sldId id="263" r:id="rId7"/>
    <p:sldId id="264" r:id="rId8"/>
    <p:sldId id="259" r:id="rId9"/>
    <p:sldId id="262" r:id="rId10"/>
    <p:sldId id="266" r:id="rId11"/>
    <p:sldId id="265" r:id="rId1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85714-DC76-4C88-84C6-99AC6F7D0EC2}" v="2543" dt="2026-01-26T15:25:26.425"/>
    <p1510:client id="{45DE8DCB-3FD1-F079-1E32-F8668B61E339}" v="2386" dt="2026-01-26T15:50:31.9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5" d="100"/>
          <a:sy n="105" d="100"/>
        </p:scale>
        <p:origin x="7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_rels/drawing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F8DB7C-E55F-4903-B80C-E47125158A86}" type="doc">
      <dgm:prSet loTypeId="urn:microsoft.com/office/officeart/2016/7/layout/VerticalSolidActionList" loCatId="List" qsTypeId="urn:microsoft.com/office/officeart/2005/8/quickstyle/simple5" qsCatId="simple" csTypeId="urn:microsoft.com/office/officeart/2005/8/colors/accent0_3" csCatId="mainScheme" phldr="1"/>
      <dgm:spPr/>
      <dgm:t>
        <a:bodyPr/>
        <a:lstStyle/>
        <a:p>
          <a:endParaRPr lang="it-IT"/>
        </a:p>
      </dgm:t>
    </dgm:pt>
    <dgm:pt modelId="{2CA7674A-C83F-4397-B1F6-657E56E1910A}">
      <dgm:prSet phldrT="[Testo]" phldr="0"/>
      <dgm:spPr/>
      <dgm:t>
        <a:bodyPr/>
        <a:lstStyle/>
        <a:p>
          <a:r>
            <a:rPr lang="it-IT"/>
            <a:t>ESP32</a:t>
          </a:r>
        </a:p>
      </dgm:t>
    </dgm:pt>
    <dgm:pt modelId="{91C98206-4020-40E4-911F-9BC2400BF1BD}" type="parTrans" cxnId="{165555B8-6951-4106-ADF3-F630922F6033}">
      <dgm:prSet/>
      <dgm:spPr/>
      <dgm:t>
        <a:bodyPr/>
        <a:lstStyle/>
        <a:p>
          <a:endParaRPr lang="it-IT"/>
        </a:p>
      </dgm:t>
    </dgm:pt>
    <dgm:pt modelId="{73C58B30-E21B-425A-8603-9D8795CD11AF}" type="sibTrans" cxnId="{165555B8-6951-4106-ADF3-F630922F6033}">
      <dgm:prSet/>
      <dgm:spPr/>
      <dgm:t>
        <a:bodyPr/>
        <a:lstStyle/>
        <a:p>
          <a:endParaRPr lang="it-IT"/>
        </a:p>
      </dgm:t>
    </dgm:pt>
    <dgm:pt modelId="{8648A256-9296-4B2A-9385-68BD0A9915A8}">
      <dgm:prSet phldrT="[Testo]" phldr="0"/>
      <dgm:spPr/>
      <dgm:t>
        <a:bodyPr/>
        <a:lstStyle/>
        <a:p>
          <a:r>
            <a:rPr lang="it-IT" err="1"/>
            <a:t>LoRa</a:t>
          </a:r>
          <a:r>
            <a:rPr lang="it-IT"/>
            <a:t> </a:t>
          </a:r>
          <a:r>
            <a:rPr lang="it-IT" err="1"/>
            <a:t>module</a:t>
          </a:r>
          <a:r>
            <a:rPr lang="it-IT"/>
            <a:t> to </a:t>
          </a:r>
          <a:r>
            <a:rPr lang="it-IT" err="1"/>
            <a:t>send</a:t>
          </a:r>
          <a:r>
            <a:rPr lang="it-IT"/>
            <a:t> and </a:t>
          </a:r>
          <a:r>
            <a:rPr lang="it-IT" err="1"/>
            <a:t>receive</a:t>
          </a:r>
          <a:r>
            <a:rPr lang="it-IT"/>
            <a:t> data from bridge in </a:t>
          </a:r>
          <a:r>
            <a:rPr lang="it-IT" err="1"/>
            <a:t>fixed</a:t>
          </a:r>
          <a:r>
            <a:rPr lang="it-IT"/>
            <a:t> transmission</a:t>
          </a:r>
        </a:p>
      </dgm:t>
    </dgm:pt>
    <dgm:pt modelId="{34730AD1-C24F-4FC2-8983-BC7C9A9C4482}" type="parTrans" cxnId="{C047B24F-54F6-4CC7-A800-77A895B41ACE}">
      <dgm:prSet/>
      <dgm:spPr/>
      <dgm:t>
        <a:bodyPr/>
        <a:lstStyle/>
        <a:p>
          <a:endParaRPr lang="it-IT"/>
        </a:p>
      </dgm:t>
    </dgm:pt>
    <dgm:pt modelId="{D2FC8650-33EE-4B90-BC2F-F198A155C671}" type="sibTrans" cxnId="{C047B24F-54F6-4CC7-A800-77A895B41ACE}">
      <dgm:prSet/>
      <dgm:spPr/>
      <dgm:t>
        <a:bodyPr/>
        <a:lstStyle/>
        <a:p>
          <a:endParaRPr lang="it-IT"/>
        </a:p>
      </dgm:t>
    </dgm:pt>
    <dgm:pt modelId="{1FC665E6-9920-4A7D-BA28-9CFC88178838}">
      <dgm:prSet phldrT="[Testo]" phldr="0"/>
      <dgm:spPr/>
      <dgm:t>
        <a:bodyPr/>
        <a:lstStyle/>
        <a:p>
          <a:r>
            <a:rPr lang="it-IT" err="1"/>
            <a:t>Microphone</a:t>
          </a:r>
          <a:r>
            <a:rPr lang="it-IT"/>
            <a:t> ky-037</a:t>
          </a:r>
        </a:p>
      </dgm:t>
    </dgm:pt>
    <dgm:pt modelId="{EBED6537-733F-4568-B548-9012A229055D}" type="parTrans" cxnId="{909C9E40-BA2E-4942-80E1-91E7BD093C55}">
      <dgm:prSet/>
      <dgm:spPr/>
      <dgm:t>
        <a:bodyPr/>
        <a:lstStyle/>
        <a:p>
          <a:endParaRPr lang="it-IT"/>
        </a:p>
      </dgm:t>
    </dgm:pt>
    <dgm:pt modelId="{7090DF93-66C8-4D15-AE04-4D3631C355F4}" type="sibTrans" cxnId="{909C9E40-BA2E-4942-80E1-91E7BD093C55}">
      <dgm:prSet/>
      <dgm:spPr/>
      <dgm:t>
        <a:bodyPr/>
        <a:lstStyle/>
        <a:p>
          <a:endParaRPr lang="it-IT"/>
        </a:p>
      </dgm:t>
    </dgm:pt>
    <dgm:pt modelId="{A5EC7C1D-BFD4-4F86-8EC8-1986B68CF746}">
      <dgm:prSet phldrT="[Testo]"/>
      <dgm:spPr/>
      <dgm:t>
        <a:bodyPr/>
        <a:lstStyle/>
        <a:p>
          <a:r>
            <a:rPr lang="it-IT"/>
            <a:t>To </a:t>
          </a:r>
          <a:r>
            <a:rPr lang="it-IT" err="1"/>
            <a:t>detect</a:t>
          </a:r>
          <a:r>
            <a:rPr lang="it-IT"/>
            <a:t> </a:t>
          </a:r>
          <a:r>
            <a:rPr lang="it-IT" err="1"/>
            <a:t>loud</a:t>
          </a:r>
          <a:r>
            <a:rPr lang="it-IT"/>
            <a:t> </a:t>
          </a:r>
          <a:r>
            <a:rPr lang="it-IT" err="1"/>
            <a:t>noises</a:t>
          </a:r>
          <a:r>
            <a:rPr lang="it-IT"/>
            <a:t> and </a:t>
          </a:r>
          <a:r>
            <a:rPr lang="it-IT" err="1"/>
            <a:t>activate</a:t>
          </a:r>
          <a:r>
            <a:rPr lang="it-IT"/>
            <a:t> the alert</a:t>
          </a:r>
        </a:p>
      </dgm:t>
    </dgm:pt>
    <dgm:pt modelId="{706410B7-1C4F-45FD-8B74-3AF62CB3EF1E}" type="parTrans" cxnId="{B435B1C8-DC03-4B96-9A7E-0894CB3D50C0}">
      <dgm:prSet/>
      <dgm:spPr/>
      <dgm:t>
        <a:bodyPr/>
        <a:lstStyle/>
        <a:p>
          <a:endParaRPr lang="it-IT"/>
        </a:p>
      </dgm:t>
    </dgm:pt>
    <dgm:pt modelId="{F765BE1E-8697-4706-BC55-31579B530572}" type="sibTrans" cxnId="{B435B1C8-DC03-4B96-9A7E-0894CB3D50C0}">
      <dgm:prSet/>
      <dgm:spPr/>
      <dgm:t>
        <a:bodyPr/>
        <a:lstStyle/>
        <a:p>
          <a:endParaRPr lang="it-IT"/>
        </a:p>
      </dgm:t>
    </dgm:pt>
    <dgm:pt modelId="{BA93F780-E5C9-4309-A1A8-90FCFD956489}">
      <dgm:prSet phldrT="[Testo]" phldr="0"/>
      <dgm:spPr/>
      <dgm:t>
        <a:bodyPr/>
        <a:lstStyle/>
        <a:p>
          <a:r>
            <a:rPr lang="it-IT"/>
            <a:t>DHT11</a:t>
          </a:r>
        </a:p>
      </dgm:t>
    </dgm:pt>
    <dgm:pt modelId="{FD774409-99D7-420C-871A-65A7C58C4503}" type="parTrans" cxnId="{C483000D-3DCE-407D-ABA5-11A534898DC3}">
      <dgm:prSet/>
      <dgm:spPr/>
      <dgm:t>
        <a:bodyPr/>
        <a:lstStyle/>
        <a:p>
          <a:endParaRPr lang="it-IT"/>
        </a:p>
      </dgm:t>
    </dgm:pt>
    <dgm:pt modelId="{ADADEF27-8A73-4190-B526-168F82D315D6}" type="sibTrans" cxnId="{C483000D-3DCE-407D-ABA5-11A534898DC3}">
      <dgm:prSet/>
      <dgm:spPr/>
      <dgm:t>
        <a:bodyPr/>
        <a:lstStyle/>
        <a:p>
          <a:endParaRPr lang="it-IT"/>
        </a:p>
      </dgm:t>
    </dgm:pt>
    <dgm:pt modelId="{EF045F1B-BE63-4E37-BCB8-72EA329953BA}">
      <dgm:prSet phldrT="[Testo]" phldr="0"/>
      <dgm:spPr/>
      <dgm:t>
        <a:bodyPr/>
        <a:lstStyle/>
        <a:p>
          <a:r>
            <a:rPr lang="it-IT"/>
            <a:t>L293D and DC </a:t>
          </a:r>
          <a:r>
            <a:rPr lang="it-IT" err="1"/>
            <a:t>motor</a:t>
          </a:r>
          <a:endParaRPr lang="it-IT"/>
        </a:p>
      </dgm:t>
    </dgm:pt>
    <dgm:pt modelId="{6726CCC7-4BD1-4528-997A-0044A708E2DC}" type="parTrans" cxnId="{A925BBA2-2E13-45EE-9913-65523EAC3B4E}">
      <dgm:prSet/>
      <dgm:spPr/>
      <dgm:t>
        <a:bodyPr/>
        <a:lstStyle/>
        <a:p>
          <a:endParaRPr lang="it-IT"/>
        </a:p>
      </dgm:t>
    </dgm:pt>
    <dgm:pt modelId="{11997D65-82E8-4EBB-8A3B-85040284F0A4}" type="sibTrans" cxnId="{A925BBA2-2E13-45EE-9913-65523EAC3B4E}">
      <dgm:prSet/>
      <dgm:spPr/>
      <dgm:t>
        <a:bodyPr/>
        <a:lstStyle/>
        <a:p>
          <a:endParaRPr lang="it-IT"/>
        </a:p>
      </dgm:t>
    </dgm:pt>
    <dgm:pt modelId="{CFC88671-F2F3-45F2-8F98-D36EC6AD98EF}">
      <dgm:prSet phldrT="[Testo]" phldr="0"/>
      <dgm:spPr/>
      <dgm:t>
        <a:bodyPr/>
        <a:lstStyle/>
        <a:p>
          <a:r>
            <a:rPr lang="it-IT"/>
            <a:t>IR </a:t>
          </a:r>
          <a:r>
            <a:rPr lang="it-IT" err="1"/>
            <a:t>receiver</a:t>
          </a:r>
          <a:r>
            <a:rPr lang="it-IT"/>
            <a:t> ky-022</a:t>
          </a:r>
        </a:p>
      </dgm:t>
    </dgm:pt>
    <dgm:pt modelId="{134C3022-9760-4929-AA4F-C127B665E4A6}" type="parTrans" cxnId="{A5A1FD75-40C5-402C-B7C5-F21A10D35FF7}">
      <dgm:prSet/>
      <dgm:spPr/>
      <dgm:t>
        <a:bodyPr/>
        <a:lstStyle/>
        <a:p>
          <a:endParaRPr lang="it-IT"/>
        </a:p>
      </dgm:t>
    </dgm:pt>
    <dgm:pt modelId="{094A853C-C865-45FE-9D94-6D6FF659D85B}" type="sibTrans" cxnId="{A5A1FD75-40C5-402C-B7C5-F21A10D35FF7}">
      <dgm:prSet/>
      <dgm:spPr/>
      <dgm:t>
        <a:bodyPr/>
        <a:lstStyle/>
        <a:p>
          <a:endParaRPr lang="it-IT"/>
        </a:p>
      </dgm:t>
    </dgm:pt>
    <dgm:pt modelId="{5C6B31A9-6508-49E9-8791-0CC748C22C03}">
      <dgm:prSet phldrT="[Testo]" phldr="0"/>
      <dgm:spPr/>
      <dgm:t>
        <a:bodyPr/>
        <a:lstStyle/>
        <a:p>
          <a:r>
            <a:rPr lang="it-IT"/>
            <a:t>LCD1602</a:t>
          </a:r>
        </a:p>
      </dgm:t>
    </dgm:pt>
    <dgm:pt modelId="{513135CC-EFFE-4546-BFCA-649F156FC9B8}" type="parTrans" cxnId="{957D1CEB-038E-4ED2-8EB2-549D06D2169B}">
      <dgm:prSet/>
      <dgm:spPr/>
      <dgm:t>
        <a:bodyPr/>
        <a:lstStyle/>
        <a:p>
          <a:endParaRPr lang="it-IT"/>
        </a:p>
      </dgm:t>
    </dgm:pt>
    <dgm:pt modelId="{CE27CA1A-9EFB-4002-AA15-CF6D1042CA2D}" type="sibTrans" cxnId="{957D1CEB-038E-4ED2-8EB2-549D06D2169B}">
      <dgm:prSet/>
      <dgm:spPr/>
      <dgm:t>
        <a:bodyPr/>
        <a:lstStyle/>
        <a:p>
          <a:endParaRPr lang="it-IT"/>
        </a:p>
      </dgm:t>
    </dgm:pt>
    <dgm:pt modelId="{35EE12BA-6366-445D-A1FD-B830DA6D1A97}">
      <dgm:prSet phldrT="[Testo]" phldr="0"/>
      <dgm:spPr/>
      <dgm:t>
        <a:bodyPr/>
        <a:lstStyle/>
        <a:p>
          <a:r>
            <a:rPr lang="it-IT" err="1"/>
            <a:t>Push</a:t>
          </a:r>
          <a:r>
            <a:rPr lang="it-IT"/>
            <a:t> </a:t>
          </a:r>
          <a:r>
            <a:rPr lang="it-IT" err="1"/>
            <a:t>button</a:t>
          </a:r>
          <a:endParaRPr lang="it-IT"/>
        </a:p>
      </dgm:t>
    </dgm:pt>
    <dgm:pt modelId="{2D3E8DA4-6F34-41C2-9D39-F394387C9262}" type="parTrans" cxnId="{C6D73CBB-6ADC-45CB-BFCC-30A61CC895EA}">
      <dgm:prSet/>
      <dgm:spPr/>
      <dgm:t>
        <a:bodyPr/>
        <a:lstStyle/>
        <a:p>
          <a:endParaRPr lang="it-IT"/>
        </a:p>
      </dgm:t>
    </dgm:pt>
    <dgm:pt modelId="{DECD7A53-252D-44B8-A352-D934F37B330B}" type="sibTrans" cxnId="{C6D73CBB-6ADC-45CB-BFCC-30A61CC895EA}">
      <dgm:prSet/>
      <dgm:spPr/>
      <dgm:t>
        <a:bodyPr/>
        <a:lstStyle/>
        <a:p>
          <a:endParaRPr lang="it-IT"/>
        </a:p>
      </dgm:t>
    </dgm:pt>
    <dgm:pt modelId="{BB655405-073C-452E-B9AA-49C1A66ED5B1}">
      <dgm:prSet phldrT="[Testo]" phldr="0"/>
      <dgm:spPr/>
      <dgm:t>
        <a:bodyPr/>
        <a:lstStyle/>
        <a:p>
          <a:r>
            <a:rPr lang="it-IT"/>
            <a:t>For a </a:t>
          </a:r>
          <a:r>
            <a:rPr lang="it-IT" err="1"/>
            <a:t>better</a:t>
          </a:r>
          <a:r>
            <a:rPr lang="it-IT"/>
            <a:t> user </a:t>
          </a:r>
          <a:r>
            <a:rPr lang="it-IT" err="1"/>
            <a:t>experience</a:t>
          </a:r>
          <a:endParaRPr lang="it-IT"/>
        </a:p>
      </dgm:t>
    </dgm:pt>
    <dgm:pt modelId="{D54270E5-C9FF-4F37-8911-740089D3D6DC}" type="parTrans" cxnId="{5AFCAABA-BB1A-4024-B25A-4EDC88EC7645}">
      <dgm:prSet/>
      <dgm:spPr/>
      <dgm:t>
        <a:bodyPr/>
        <a:lstStyle/>
        <a:p>
          <a:endParaRPr lang="it-IT"/>
        </a:p>
      </dgm:t>
    </dgm:pt>
    <dgm:pt modelId="{6A6F6EE1-09C9-440F-BF99-2566DCB82CF3}" type="sibTrans" cxnId="{5AFCAABA-BB1A-4024-B25A-4EDC88EC7645}">
      <dgm:prSet/>
      <dgm:spPr/>
      <dgm:t>
        <a:bodyPr/>
        <a:lstStyle/>
        <a:p>
          <a:endParaRPr lang="it-IT"/>
        </a:p>
      </dgm:t>
    </dgm:pt>
    <dgm:pt modelId="{E48495EA-E95D-44E0-AC70-16CF207A8BFD}">
      <dgm:prSet phldrT="[Testo]" phldr="0"/>
      <dgm:spPr/>
      <dgm:t>
        <a:bodyPr/>
        <a:lstStyle/>
        <a:p>
          <a:r>
            <a:rPr lang="it-IT"/>
            <a:t>For </a:t>
          </a:r>
          <a:r>
            <a:rPr lang="it-IT" err="1"/>
            <a:t>detecting</a:t>
          </a:r>
          <a:r>
            <a:rPr lang="it-IT"/>
            <a:t> the </a:t>
          </a:r>
          <a:r>
            <a:rPr lang="it-IT" err="1"/>
            <a:t>internal</a:t>
          </a:r>
          <a:r>
            <a:rPr lang="it-IT"/>
            <a:t> temperature and </a:t>
          </a:r>
          <a:r>
            <a:rPr lang="it-IT" err="1"/>
            <a:t>humidity</a:t>
          </a:r>
          <a:endParaRPr lang="it-IT"/>
        </a:p>
      </dgm:t>
    </dgm:pt>
    <dgm:pt modelId="{55010136-8BC9-4716-B5CE-26C033CCECB5}" type="parTrans" cxnId="{0500EFB8-A011-4971-943B-DDDE7B7A10CA}">
      <dgm:prSet/>
      <dgm:spPr/>
      <dgm:t>
        <a:bodyPr/>
        <a:lstStyle/>
        <a:p>
          <a:endParaRPr lang="it-IT"/>
        </a:p>
      </dgm:t>
    </dgm:pt>
    <dgm:pt modelId="{5BD58C73-C765-4BD7-82E6-0BD5BB92B384}" type="sibTrans" cxnId="{0500EFB8-A011-4971-943B-DDDE7B7A10CA}">
      <dgm:prSet/>
      <dgm:spPr/>
      <dgm:t>
        <a:bodyPr/>
        <a:lstStyle/>
        <a:p>
          <a:endParaRPr lang="it-IT"/>
        </a:p>
      </dgm:t>
    </dgm:pt>
    <dgm:pt modelId="{C1BC0BBB-698B-4911-8495-2099CE52F3E7}">
      <dgm:prSet phldrT="[Testo]" phldr="0"/>
      <dgm:spPr/>
      <dgm:t>
        <a:bodyPr/>
        <a:lstStyle/>
        <a:p>
          <a:r>
            <a:rPr lang="it-IT"/>
            <a:t>For </a:t>
          </a:r>
          <a:r>
            <a:rPr lang="it-IT" err="1"/>
            <a:t>controlling</a:t>
          </a:r>
          <a:r>
            <a:rPr lang="it-IT"/>
            <a:t> and </a:t>
          </a:r>
          <a:r>
            <a:rPr lang="it-IT" err="1"/>
            <a:t>actuating</a:t>
          </a:r>
          <a:r>
            <a:rPr lang="it-IT"/>
            <a:t> the </a:t>
          </a:r>
          <a:r>
            <a:rPr lang="it-IT" err="1"/>
            <a:t>erogation</a:t>
          </a:r>
          <a:r>
            <a:rPr lang="it-IT"/>
            <a:t> of the product</a:t>
          </a:r>
        </a:p>
      </dgm:t>
    </dgm:pt>
    <dgm:pt modelId="{5C99588E-C2F4-4B32-9A89-820807FFD8C4}" type="parTrans" cxnId="{E5238964-D617-419D-92CE-FC2E491DE787}">
      <dgm:prSet/>
      <dgm:spPr/>
      <dgm:t>
        <a:bodyPr/>
        <a:lstStyle/>
        <a:p>
          <a:endParaRPr lang="it-IT"/>
        </a:p>
      </dgm:t>
    </dgm:pt>
    <dgm:pt modelId="{EA635A69-4A85-46B2-8E1C-59F0550ADDF4}" type="sibTrans" cxnId="{E5238964-D617-419D-92CE-FC2E491DE787}">
      <dgm:prSet/>
      <dgm:spPr/>
      <dgm:t>
        <a:bodyPr/>
        <a:lstStyle/>
        <a:p>
          <a:endParaRPr lang="it-IT"/>
        </a:p>
      </dgm:t>
    </dgm:pt>
    <dgm:pt modelId="{ECFFCC61-80D7-4FE2-9CFA-487A24510667}">
      <dgm:prSet phldrT="[Testo]" phldr="0"/>
      <dgm:spPr/>
      <dgm:t>
        <a:bodyPr/>
        <a:lstStyle/>
        <a:p>
          <a:r>
            <a:rPr lang="it-IT"/>
            <a:t>For an </a:t>
          </a:r>
          <a:r>
            <a:rPr lang="it-IT" err="1"/>
            <a:t>efficient</a:t>
          </a:r>
          <a:r>
            <a:rPr lang="it-IT"/>
            <a:t> input for </a:t>
          </a:r>
          <a:r>
            <a:rPr lang="it-IT" err="1"/>
            <a:t>prototyping</a:t>
          </a:r>
          <a:endParaRPr lang="it-IT"/>
        </a:p>
      </dgm:t>
    </dgm:pt>
    <dgm:pt modelId="{7B6419B1-6093-4405-B2CE-71D2358CA514}" type="parTrans" cxnId="{CA1242B5-7BB0-41AD-B1C4-C7F6E73FE7D1}">
      <dgm:prSet/>
      <dgm:spPr/>
      <dgm:t>
        <a:bodyPr/>
        <a:lstStyle/>
        <a:p>
          <a:endParaRPr lang="it-IT"/>
        </a:p>
      </dgm:t>
    </dgm:pt>
    <dgm:pt modelId="{7D584849-2C3E-4B8B-BAD7-962CD5A7A747}" type="sibTrans" cxnId="{CA1242B5-7BB0-41AD-B1C4-C7F6E73FE7D1}">
      <dgm:prSet/>
      <dgm:spPr/>
      <dgm:t>
        <a:bodyPr/>
        <a:lstStyle/>
        <a:p>
          <a:endParaRPr lang="it-IT"/>
        </a:p>
      </dgm:t>
    </dgm:pt>
    <dgm:pt modelId="{089D59D6-FBE0-449D-A3F2-E7FAE6009BC6}">
      <dgm:prSet phldrT="[Testo]" phldr="0"/>
      <dgm:spPr/>
      <dgm:t>
        <a:bodyPr/>
        <a:lstStyle/>
        <a:p>
          <a:r>
            <a:rPr lang="it-IT"/>
            <a:t>To display information to the user</a:t>
          </a:r>
        </a:p>
      </dgm:t>
    </dgm:pt>
    <dgm:pt modelId="{B71B7A50-F7C0-48D0-950D-FEEDB57A9139}" type="parTrans" cxnId="{E2E58ED0-CADF-4D67-B2BE-4C81D3BD193B}">
      <dgm:prSet/>
      <dgm:spPr/>
      <dgm:t>
        <a:bodyPr/>
        <a:lstStyle/>
        <a:p>
          <a:endParaRPr lang="it-IT"/>
        </a:p>
      </dgm:t>
    </dgm:pt>
    <dgm:pt modelId="{511D00B3-718B-4EAD-95B6-831EBAF69929}" type="sibTrans" cxnId="{E2E58ED0-CADF-4D67-B2BE-4C81D3BD193B}">
      <dgm:prSet/>
      <dgm:spPr/>
      <dgm:t>
        <a:bodyPr/>
        <a:lstStyle/>
        <a:p>
          <a:endParaRPr lang="it-IT"/>
        </a:p>
      </dgm:t>
    </dgm:pt>
    <dgm:pt modelId="{45B7875E-05BE-46BC-92DD-430768349614}">
      <dgm:prSet phldrT="[Testo]" phldr="0"/>
      <dgm:spPr/>
      <dgm:t>
        <a:bodyPr/>
        <a:lstStyle/>
        <a:p>
          <a:r>
            <a:rPr lang="en-US" noProof="0" dirty="0"/>
            <a:t>To exit from the alert state, accessible only to the personnel </a:t>
          </a:r>
        </a:p>
      </dgm:t>
    </dgm:pt>
    <dgm:pt modelId="{C4579216-FA2D-400E-9B42-2324A3FFA1F1}" type="parTrans" cxnId="{68626A5B-361D-4040-BF54-7C558F331D16}">
      <dgm:prSet/>
      <dgm:spPr/>
      <dgm:t>
        <a:bodyPr/>
        <a:lstStyle/>
        <a:p>
          <a:endParaRPr lang="it-IT"/>
        </a:p>
      </dgm:t>
    </dgm:pt>
    <dgm:pt modelId="{F7B25A48-F747-4292-A35B-8A711A9E874F}" type="sibTrans" cxnId="{68626A5B-361D-4040-BF54-7C558F331D16}">
      <dgm:prSet/>
      <dgm:spPr/>
      <dgm:t>
        <a:bodyPr/>
        <a:lstStyle/>
        <a:p>
          <a:endParaRPr lang="it-IT"/>
        </a:p>
      </dgm:t>
    </dgm:pt>
    <dgm:pt modelId="{ADECAC6F-1812-4B7C-81BB-90CBE118DA66}">
      <dgm:prSet/>
      <dgm:spPr/>
      <dgm:t>
        <a:bodyPr/>
        <a:lstStyle/>
        <a:p>
          <a:r>
            <a:rPr lang="it-IT"/>
            <a:t>Passive buzzer</a:t>
          </a:r>
        </a:p>
      </dgm:t>
    </dgm:pt>
    <dgm:pt modelId="{49B7827B-6B05-4936-8D19-972EC10B5DED}" type="parTrans" cxnId="{A8A24D46-7E95-40AC-85B1-EDC1E538EEE8}">
      <dgm:prSet/>
      <dgm:spPr/>
      <dgm:t>
        <a:bodyPr/>
        <a:lstStyle/>
        <a:p>
          <a:endParaRPr lang="it-IT"/>
        </a:p>
      </dgm:t>
    </dgm:pt>
    <dgm:pt modelId="{F766F3C3-EA08-4CCE-88E4-9ED5BD2FD485}" type="sibTrans" cxnId="{A8A24D46-7E95-40AC-85B1-EDC1E538EEE8}">
      <dgm:prSet/>
      <dgm:spPr/>
      <dgm:t>
        <a:bodyPr/>
        <a:lstStyle/>
        <a:p>
          <a:endParaRPr lang="it-IT"/>
        </a:p>
      </dgm:t>
    </dgm:pt>
    <dgm:pt modelId="{863857A5-B9D7-4581-8290-6230196D8830}">
      <dgm:prSet phldrT="[Testo]" phldr="0"/>
      <dgm:spPr/>
      <dgm:t>
        <a:bodyPr/>
        <a:lstStyle/>
        <a:p>
          <a:r>
            <a:rPr lang="it-IT"/>
            <a:t>EBYTE E220-900T22D</a:t>
          </a:r>
        </a:p>
      </dgm:t>
    </dgm:pt>
    <dgm:pt modelId="{60487AA4-DF0C-46F0-829F-6DFFC9F58930}" type="parTrans" cxnId="{32FFD488-CEA5-43E5-A260-2D83051B0B37}">
      <dgm:prSet/>
      <dgm:spPr/>
      <dgm:t>
        <a:bodyPr/>
        <a:lstStyle/>
        <a:p>
          <a:endParaRPr lang="it-IT"/>
        </a:p>
      </dgm:t>
    </dgm:pt>
    <dgm:pt modelId="{4A2C6D19-F9C5-44E2-BDC6-635666AF7EC9}" type="sibTrans" cxnId="{32FFD488-CEA5-43E5-A260-2D83051B0B37}">
      <dgm:prSet/>
      <dgm:spPr/>
      <dgm:t>
        <a:bodyPr/>
        <a:lstStyle/>
        <a:p>
          <a:endParaRPr lang="it-IT"/>
        </a:p>
      </dgm:t>
    </dgm:pt>
    <dgm:pt modelId="{EBC5B7A6-5867-4187-B695-C0C1B8E35706}">
      <dgm:prSet phldrT="[Testo]" phldr="0"/>
      <dgm:spPr/>
      <dgm:t>
        <a:bodyPr/>
        <a:lstStyle/>
        <a:p>
          <a:r>
            <a:rPr lang="it-IT"/>
            <a:t>Microcontroller</a:t>
          </a:r>
        </a:p>
      </dgm:t>
    </dgm:pt>
    <dgm:pt modelId="{E709F9D8-D742-4A2A-A4E0-9996F31B76EB}" type="parTrans" cxnId="{30504B23-03C4-4EA1-8365-06F71EEDB927}">
      <dgm:prSet/>
      <dgm:spPr/>
      <dgm:t>
        <a:bodyPr/>
        <a:lstStyle/>
        <a:p>
          <a:endParaRPr lang="it-IT"/>
        </a:p>
      </dgm:t>
    </dgm:pt>
    <dgm:pt modelId="{E0A4093C-3DE5-4978-9E4D-38E127D20CCC}" type="sibTrans" cxnId="{30504B23-03C4-4EA1-8365-06F71EEDB927}">
      <dgm:prSet/>
      <dgm:spPr/>
      <dgm:t>
        <a:bodyPr/>
        <a:lstStyle/>
        <a:p>
          <a:endParaRPr lang="it-IT"/>
        </a:p>
      </dgm:t>
    </dgm:pt>
    <dgm:pt modelId="{E805C26A-DA55-4C0F-A65F-67DCBCD4173D}" type="pres">
      <dgm:prSet presAssocID="{DFF8DB7C-E55F-4903-B80C-E47125158A86}" presName="Name0" presStyleCnt="0">
        <dgm:presLayoutVars>
          <dgm:dir/>
          <dgm:animLvl val="lvl"/>
          <dgm:resizeHandles val="exact"/>
        </dgm:presLayoutVars>
      </dgm:prSet>
      <dgm:spPr/>
    </dgm:pt>
    <dgm:pt modelId="{85283840-B4FF-4887-8553-232E75C884EA}" type="pres">
      <dgm:prSet presAssocID="{2CA7674A-C83F-4397-B1F6-657E56E1910A}" presName="linNode" presStyleCnt="0"/>
      <dgm:spPr/>
    </dgm:pt>
    <dgm:pt modelId="{1A39053A-FD4A-449C-B61F-79367F7F7882}" type="pres">
      <dgm:prSet presAssocID="{2CA7674A-C83F-4397-B1F6-657E56E1910A}" presName="parentText" presStyleLbl="alignNode1" presStyleIdx="0" presStyleCnt="9">
        <dgm:presLayoutVars>
          <dgm:chMax val="1"/>
          <dgm:bulletEnabled/>
        </dgm:presLayoutVars>
      </dgm:prSet>
      <dgm:spPr/>
    </dgm:pt>
    <dgm:pt modelId="{9C26A4C4-F86B-448B-AE20-A86B367906A4}" type="pres">
      <dgm:prSet presAssocID="{2CA7674A-C83F-4397-B1F6-657E56E1910A}" presName="descendantText" presStyleLbl="alignAccFollowNode1" presStyleIdx="0" presStyleCnt="9">
        <dgm:presLayoutVars>
          <dgm:bulletEnabled/>
        </dgm:presLayoutVars>
      </dgm:prSet>
      <dgm:spPr/>
    </dgm:pt>
    <dgm:pt modelId="{D330E531-043F-4B5E-A0E5-241798CDD43F}" type="pres">
      <dgm:prSet presAssocID="{73C58B30-E21B-425A-8603-9D8795CD11AF}" presName="sp" presStyleCnt="0"/>
      <dgm:spPr/>
    </dgm:pt>
    <dgm:pt modelId="{F4AF4185-1B3C-4EB2-AA12-7E6B429F1D5B}" type="pres">
      <dgm:prSet presAssocID="{863857A5-B9D7-4581-8290-6230196D8830}" presName="linNode" presStyleCnt="0"/>
      <dgm:spPr/>
    </dgm:pt>
    <dgm:pt modelId="{7007B4EF-7105-4D09-A62B-2660232C75BC}" type="pres">
      <dgm:prSet presAssocID="{863857A5-B9D7-4581-8290-6230196D8830}" presName="parentText" presStyleLbl="alignNode1" presStyleIdx="1" presStyleCnt="9">
        <dgm:presLayoutVars>
          <dgm:chMax val="1"/>
          <dgm:bulletEnabled/>
        </dgm:presLayoutVars>
      </dgm:prSet>
      <dgm:spPr/>
    </dgm:pt>
    <dgm:pt modelId="{E3722426-4040-401A-904B-65FA184E001B}" type="pres">
      <dgm:prSet presAssocID="{863857A5-B9D7-4581-8290-6230196D8830}" presName="descendantText" presStyleLbl="alignAccFollowNode1" presStyleIdx="1" presStyleCnt="9">
        <dgm:presLayoutVars>
          <dgm:bulletEnabled/>
        </dgm:presLayoutVars>
      </dgm:prSet>
      <dgm:spPr/>
    </dgm:pt>
    <dgm:pt modelId="{0DEEE50B-D35B-499E-828A-343F588C4EF0}" type="pres">
      <dgm:prSet presAssocID="{4A2C6D19-F9C5-44E2-BDC6-635666AF7EC9}" presName="sp" presStyleCnt="0"/>
      <dgm:spPr/>
    </dgm:pt>
    <dgm:pt modelId="{18EFBB08-5E06-415A-B786-706C1288DA6C}" type="pres">
      <dgm:prSet presAssocID="{1FC665E6-9920-4A7D-BA28-9CFC88178838}" presName="linNode" presStyleCnt="0"/>
      <dgm:spPr/>
    </dgm:pt>
    <dgm:pt modelId="{8CF8E54F-2EA0-4095-B3F2-A571153DF6B7}" type="pres">
      <dgm:prSet presAssocID="{1FC665E6-9920-4A7D-BA28-9CFC88178838}" presName="parentText" presStyleLbl="alignNode1" presStyleIdx="2" presStyleCnt="9">
        <dgm:presLayoutVars>
          <dgm:chMax val="1"/>
          <dgm:bulletEnabled/>
        </dgm:presLayoutVars>
      </dgm:prSet>
      <dgm:spPr/>
    </dgm:pt>
    <dgm:pt modelId="{F6469800-115E-4741-850F-0648D039EDF0}" type="pres">
      <dgm:prSet presAssocID="{1FC665E6-9920-4A7D-BA28-9CFC88178838}" presName="descendantText" presStyleLbl="alignAccFollowNode1" presStyleIdx="2" presStyleCnt="9">
        <dgm:presLayoutVars>
          <dgm:bulletEnabled/>
        </dgm:presLayoutVars>
      </dgm:prSet>
      <dgm:spPr/>
    </dgm:pt>
    <dgm:pt modelId="{EBAE1A32-4DFC-4B85-97BE-BEC34A4F7AD8}" type="pres">
      <dgm:prSet presAssocID="{7090DF93-66C8-4D15-AE04-4D3631C355F4}" presName="sp" presStyleCnt="0"/>
      <dgm:spPr/>
    </dgm:pt>
    <dgm:pt modelId="{02A39240-77D2-40B7-BB07-0A7620B8D775}" type="pres">
      <dgm:prSet presAssocID="{ADECAC6F-1812-4B7C-81BB-90CBE118DA66}" presName="linNode" presStyleCnt="0"/>
      <dgm:spPr/>
    </dgm:pt>
    <dgm:pt modelId="{B8C5E515-9F12-4867-8006-00C09078C01D}" type="pres">
      <dgm:prSet presAssocID="{ADECAC6F-1812-4B7C-81BB-90CBE118DA66}" presName="parentText" presStyleLbl="alignNode1" presStyleIdx="3" presStyleCnt="9">
        <dgm:presLayoutVars>
          <dgm:chMax val="1"/>
          <dgm:bulletEnabled/>
        </dgm:presLayoutVars>
      </dgm:prSet>
      <dgm:spPr/>
    </dgm:pt>
    <dgm:pt modelId="{F60D5F8D-28A8-48B7-8DC0-36E5E64E28F5}" type="pres">
      <dgm:prSet presAssocID="{ADECAC6F-1812-4B7C-81BB-90CBE118DA66}" presName="descendantText" presStyleLbl="alignAccFollowNode1" presStyleIdx="3" presStyleCnt="9">
        <dgm:presLayoutVars>
          <dgm:bulletEnabled/>
        </dgm:presLayoutVars>
      </dgm:prSet>
      <dgm:spPr/>
    </dgm:pt>
    <dgm:pt modelId="{A14ACC1D-57E9-4F45-9C46-00D00EDBF803}" type="pres">
      <dgm:prSet presAssocID="{F766F3C3-EA08-4CCE-88E4-9ED5BD2FD485}" presName="sp" presStyleCnt="0"/>
      <dgm:spPr/>
    </dgm:pt>
    <dgm:pt modelId="{F4A53D9C-A686-48DA-91B1-42AB5FE99CE9}" type="pres">
      <dgm:prSet presAssocID="{BA93F780-E5C9-4309-A1A8-90FCFD956489}" presName="linNode" presStyleCnt="0"/>
      <dgm:spPr/>
    </dgm:pt>
    <dgm:pt modelId="{524B3A84-82F3-4362-A217-FFE4FBA6B8D3}" type="pres">
      <dgm:prSet presAssocID="{BA93F780-E5C9-4309-A1A8-90FCFD956489}" presName="parentText" presStyleLbl="alignNode1" presStyleIdx="4" presStyleCnt="9">
        <dgm:presLayoutVars>
          <dgm:chMax val="1"/>
          <dgm:bulletEnabled/>
        </dgm:presLayoutVars>
      </dgm:prSet>
      <dgm:spPr/>
    </dgm:pt>
    <dgm:pt modelId="{54D3B86B-3124-40CB-9A0F-01D4AF3E0C21}" type="pres">
      <dgm:prSet presAssocID="{BA93F780-E5C9-4309-A1A8-90FCFD956489}" presName="descendantText" presStyleLbl="alignAccFollowNode1" presStyleIdx="4" presStyleCnt="9">
        <dgm:presLayoutVars>
          <dgm:bulletEnabled/>
        </dgm:presLayoutVars>
      </dgm:prSet>
      <dgm:spPr/>
    </dgm:pt>
    <dgm:pt modelId="{FE1CAEDF-556D-429E-AB52-FAB1CD3A070E}" type="pres">
      <dgm:prSet presAssocID="{ADADEF27-8A73-4190-B526-168F82D315D6}" presName="sp" presStyleCnt="0"/>
      <dgm:spPr/>
    </dgm:pt>
    <dgm:pt modelId="{6550F84A-D24B-457C-B885-8EB0DE17E8C0}" type="pres">
      <dgm:prSet presAssocID="{EF045F1B-BE63-4E37-BCB8-72EA329953BA}" presName="linNode" presStyleCnt="0"/>
      <dgm:spPr/>
    </dgm:pt>
    <dgm:pt modelId="{7F243BE4-F89B-4D18-97B8-E71267C4485E}" type="pres">
      <dgm:prSet presAssocID="{EF045F1B-BE63-4E37-BCB8-72EA329953BA}" presName="parentText" presStyleLbl="alignNode1" presStyleIdx="5" presStyleCnt="9">
        <dgm:presLayoutVars>
          <dgm:chMax val="1"/>
          <dgm:bulletEnabled/>
        </dgm:presLayoutVars>
      </dgm:prSet>
      <dgm:spPr/>
    </dgm:pt>
    <dgm:pt modelId="{40920BD7-F46A-48D7-A5F9-288EE8759990}" type="pres">
      <dgm:prSet presAssocID="{EF045F1B-BE63-4E37-BCB8-72EA329953BA}" presName="descendantText" presStyleLbl="alignAccFollowNode1" presStyleIdx="5" presStyleCnt="9">
        <dgm:presLayoutVars>
          <dgm:bulletEnabled/>
        </dgm:presLayoutVars>
      </dgm:prSet>
      <dgm:spPr/>
    </dgm:pt>
    <dgm:pt modelId="{F3F346D9-81CD-4769-A091-B0C8C8A74464}" type="pres">
      <dgm:prSet presAssocID="{11997D65-82E8-4EBB-8A3B-85040284F0A4}" presName="sp" presStyleCnt="0"/>
      <dgm:spPr/>
    </dgm:pt>
    <dgm:pt modelId="{2A7E1F9B-2D94-4F8E-9856-9C16EE4DD89E}" type="pres">
      <dgm:prSet presAssocID="{CFC88671-F2F3-45F2-8F98-D36EC6AD98EF}" presName="linNode" presStyleCnt="0"/>
      <dgm:spPr/>
    </dgm:pt>
    <dgm:pt modelId="{B55F6BC6-0B1D-41FD-97B2-4729D3A9A501}" type="pres">
      <dgm:prSet presAssocID="{CFC88671-F2F3-45F2-8F98-D36EC6AD98EF}" presName="parentText" presStyleLbl="alignNode1" presStyleIdx="6" presStyleCnt="9">
        <dgm:presLayoutVars>
          <dgm:chMax val="1"/>
          <dgm:bulletEnabled/>
        </dgm:presLayoutVars>
      </dgm:prSet>
      <dgm:spPr/>
    </dgm:pt>
    <dgm:pt modelId="{C0A44457-367D-4E92-8068-2DB3179E835A}" type="pres">
      <dgm:prSet presAssocID="{CFC88671-F2F3-45F2-8F98-D36EC6AD98EF}" presName="descendantText" presStyleLbl="alignAccFollowNode1" presStyleIdx="6" presStyleCnt="9">
        <dgm:presLayoutVars>
          <dgm:bulletEnabled/>
        </dgm:presLayoutVars>
      </dgm:prSet>
      <dgm:spPr/>
    </dgm:pt>
    <dgm:pt modelId="{134EA962-D0D2-4435-ACDC-25002E63F848}" type="pres">
      <dgm:prSet presAssocID="{094A853C-C865-45FE-9D94-6D6FF659D85B}" presName="sp" presStyleCnt="0"/>
      <dgm:spPr/>
    </dgm:pt>
    <dgm:pt modelId="{EC8764B9-6EB1-4CE5-90E1-62E21BBF4752}" type="pres">
      <dgm:prSet presAssocID="{5C6B31A9-6508-49E9-8791-0CC748C22C03}" presName="linNode" presStyleCnt="0"/>
      <dgm:spPr/>
    </dgm:pt>
    <dgm:pt modelId="{F9ECB2F7-02BF-4A26-BC9D-E829A0166C42}" type="pres">
      <dgm:prSet presAssocID="{5C6B31A9-6508-49E9-8791-0CC748C22C03}" presName="parentText" presStyleLbl="alignNode1" presStyleIdx="7" presStyleCnt="9">
        <dgm:presLayoutVars>
          <dgm:chMax val="1"/>
          <dgm:bulletEnabled/>
        </dgm:presLayoutVars>
      </dgm:prSet>
      <dgm:spPr/>
    </dgm:pt>
    <dgm:pt modelId="{C1AAFEC6-A240-4BD9-8587-E1A698829FBE}" type="pres">
      <dgm:prSet presAssocID="{5C6B31A9-6508-49E9-8791-0CC748C22C03}" presName="descendantText" presStyleLbl="alignAccFollowNode1" presStyleIdx="7" presStyleCnt="9">
        <dgm:presLayoutVars>
          <dgm:bulletEnabled/>
        </dgm:presLayoutVars>
      </dgm:prSet>
      <dgm:spPr/>
    </dgm:pt>
    <dgm:pt modelId="{6B1C92BE-5E5B-4F7D-9A4E-FA2BB4D43876}" type="pres">
      <dgm:prSet presAssocID="{CE27CA1A-9EFB-4002-AA15-CF6D1042CA2D}" presName="sp" presStyleCnt="0"/>
      <dgm:spPr/>
    </dgm:pt>
    <dgm:pt modelId="{F2EA3C76-DE28-4A25-A18E-5014EF365918}" type="pres">
      <dgm:prSet presAssocID="{35EE12BA-6366-445D-A1FD-B830DA6D1A97}" presName="linNode" presStyleCnt="0"/>
      <dgm:spPr/>
    </dgm:pt>
    <dgm:pt modelId="{05FDE3D1-C6D0-470E-B801-9149A0793D46}" type="pres">
      <dgm:prSet presAssocID="{35EE12BA-6366-445D-A1FD-B830DA6D1A97}" presName="parentText" presStyleLbl="alignNode1" presStyleIdx="8" presStyleCnt="9">
        <dgm:presLayoutVars>
          <dgm:chMax val="1"/>
          <dgm:bulletEnabled/>
        </dgm:presLayoutVars>
      </dgm:prSet>
      <dgm:spPr/>
    </dgm:pt>
    <dgm:pt modelId="{7052BB8D-0B44-4CBE-9A1A-CF391226EB98}" type="pres">
      <dgm:prSet presAssocID="{35EE12BA-6366-445D-A1FD-B830DA6D1A97}" presName="descendantText" presStyleLbl="alignAccFollowNode1" presStyleIdx="8" presStyleCnt="9">
        <dgm:presLayoutVars>
          <dgm:bulletEnabled/>
        </dgm:presLayoutVars>
      </dgm:prSet>
      <dgm:spPr/>
    </dgm:pt>
  </dgm:ptLst>
  <dgm:cxnLst>
    <dgm:cxn modelId="{18299E04-CB7A-4CA8-B0F5-71B8EE57BF85}" type="presOf" srcId="{ADECAC6F-1812-4B7C-81BB-90CBE118DA66}" destId="{B8C5E515-9F12-4867-8006-00C09078C01D}" srcOrd="0" destOrd="0" presId="urn:microsoft.com/office/officeart/2016/7/layout/VerticalSolidActionList"/>
    <dgm:cxn modelId="{C483000D-3DCE-407D-ABA5-11A534898DC3}" srcId="{DFF8DB7C-E55F-4903-B80C-E47125158A86}" destId="{BA93F780-E5C9-4309-A1A8-90FCFD956489}" srcOrd="4" destOrd="0" parTransId="{FD774409-99D7-420C-871A-65A7C58C4503}" sibTransId="{ADADEF27-8A73-4190-B526-168F82D315D6}"/>
    <dgm:cxn modelId="{48723114-6354-46C5-97A8-C9E0D2610459}" type="presOf" srcId="{A5EC7C1D-BFD4-4F86-8EC8-1986B68CF746}" destId="{F6469800-115E-4741-850F-0648D039EDF0}" srcOrd="0" destOrd="0" presId="urn:microsoft.com/office/officeart/2016/7/layout/VerticalSolidActionList"/>
    <dgm:cxn modelId="{CA937D14-33DC-4AF3-8DDD-C82C74118F64}" type="presOf" srcId="{863857A5-B9D7-4581-8290-6230196D8830}" destId="{7007B4EF-7105-4D09-A62B-2660232C75BC}" srcOrd="0" destOrd="0" presId="urn:microsoft.com/office/officeart/2016/7/layout/VerticalSolidActionList"/>
    <dgm:cxn modelId="{6CFC5F18-1E2E-4C04-BE4A-9A6ECE3A4CFF}" type="presOf" srcId="{089D59D6-FBE0-449D-A3F2-E7FAE6009BC6}" destId="{C1AAFEC6-A240-4BD9-8587-E1A698829FBE}" srcOrd="0" destOrd="0" presId="urn:microsoft.com/office/officeart/2016/7/layout/VerticalSolidActionList"/>
    <dgm:cxn modelId="{30504B23-03C4-4EA1-8365-06F71EEDB927}" srcId="{2CA7674A-C83F-4397-B1F6-657E56E1910A}" destId="{EBC5B7A6-5867-4187-B695-C0C1B8E35706}" srcOrd="0" destOrd="0" parTransId="{E709F9D8-D742-4A2A-A4E0-9996F31B76EB}" sibTransId="{E0A4093C-3DE5-4978-9E4D-38E127D20CCC}"/>
    <dgm:cxn modelId="{80221B29-7723-4DBB-8154-383926FD87B2}" type="presOf" srcId="{BB655405-073C-452E-B9AA-49C1A66ED5B1}" destId="{F60D5F8D-28A8-48B7-8DC0-36E5E64E28F5}" srcOrd="0" destOrd="0" presId="urn:microsoft.com/office/officeart/2016/7/layout/VerticalSolidActionList"/>
    <dgm:cxn modelId="{06D72832-B293-4163-8935-32100E0D3604}" type="presOf" srcId="{1FC665E6-9920-4A7D-BA28-9CFC88178838}" destId="{8CF8E54F-2EA0-4095-B3F2-A571153DF6B7}" srcOrd="0" destOrd="0" presId="urn:microsoft.com/office/officeart/2016/7/layout/VerticalSolidActionList"/>
    <dgm:cxn modelId="{D863D237-9C70-487D-9247-E9710ED47EC1}" type="presOf" srcId="{BA93F780-E5C9-4309-A1A8-90FCFD956489}" destId="{524B3A84-82F3-4362-A217-FFE4FBA6B8D3}" srcOrd="0" destOrd="0" presId="urn:microsoft.com/office/officeart/2016/7/layout/VerticalSolidActionList"/>
    <dgm:cxn modelId="{909C9E40-BA2E-4942-80E1-91E7BD093C55}" srcId="{DFF8DB7C-E55F-4903-B80C-E47125158A86}" destId="{1FC665E6-9920-4A7D-BA28-9CFC88178838}" srcOrd="2" destOrd="0" parTransId="{EBED6537-733F-4568-B548-9012A229055D}" sibTransId="{7090DF93-66C8-4D15-AE04-4D3631C355F4}"/>
    <dgm:cxn modelId="{68626A5B-361D-4040-BF54-7C558F331D16}" srcId="{35EE12BA-6366-445D-A1FD-B830DA6D1A97}" destId="{45B7875E-05BE-46BC-92DD-430768349614}" srcOrd="0" destOrd="0" parTransId="{C4579216-FA2D-400E-9B42-2324A3FFA1F1}" sibTransId="{F7B25A48-F747-4292-A35B-8A711A9E874F}"/>
    <dgm:cxn modelId="{E5238964-D617-419D-92CE-FC2E491DE787}" srcId="{EF045F1B-BE63-4E37-BCB8-72EA329953BA}" destId="{C1BC0BBB-698B-4911-8495-2099CE52F3E7}" srcOrd="0" destOrd="0" parTransId="{5C99588E-C2F4-4B32-9A89-820807FFD8C4}" sibTransId="{EA635A69-4A85-46B2-8E1C-59F0550ADDF4}"/>
    <dgm:cxn modelId="{A8A24D46-7E95-40AC-85B1-EDC1E538EEE8}" srcId="{DFF8DB7C-E55F-4903-B80C-E47125158A86}" destId="{ADECAC6F-1812-4B7C-81BB-90CBE118DA66}" srcOrd="3" destOrd="0" parTransId="{49B7827B-6B05-4936-8D19-972EC10B5DED}" sibTransId="{F766F3C3-EA08-4CCE-88E4-9ED5BD2FD485}"/>
    <dgm:cxn modelId="{2440626B-B137-41F1-AF8D-1A8B4FC27C2A}" type="presOf" srcId="{C1BC0BBB-698B-4911-8495-2099CE52F3E7}" destId="{40920BD7-F46A-48D7-A5F9-288EE8759990}" srcOrd="0" destOrd="0" presId="urn:microsoft.com/office/officeart/2016/7/layout/VerticalSolidActionList"/>
    <dgm:cxn modelId="{C047B24F-54F6-4CC7-A800-77A895B41ACE}" srcId="{863857A5-B9D7-4581-8290-6230196D8830}" destId="{8648A256-9296-4B2A-9385-68BD0A9915A8}" srcOrd="0" destOrd="0" parTransId="{34730AD1-C24F-4FC2-8983-BC7C9A9C4482}" sibTransId="{D2FC8650-33EE-4B90-BC2F-F198A155C671}"/>
    <dgm:cxn modelId="{A5A1FD75-40C5-402C-B7C5-F21A10D35FF7}" srcId="{DFF8DB7C-E55F-4903-B80C-E47125158A86}" destId="{CFC88671-F2F3-45F2-8F98-D36EC6AD98EF}" srcOrd="6" destOrd="0" parTransId="{134C3022-9760-4929-AA4F-C127B665E4A6}" sibTransId="{094A853C-C865-45FE-9D94-6D6FF659D85B}"/>
    <dgm:cxn modelId="{AD5BE259-8710-4D79-85D9-04205FF1810F}" type="presOf" srcId="{45B7875E-05BE-46BC-92DD-430768349614}" destId="{7052BB8D-0B44-4CBE-9A1A-CF391226EB98}" srcOrd="0" destOrd="0" presId="urn:microsoft.com/office/officeart/2016/7/layout/VerticalSolidActionList"/>
    <dgm:cxn modelId="{96B9807D-559B-41D7-8D6A-78078FB5EF8C}" type="presOf" srcId="{35EE12BA-6366-445D-A1FD-B830DA6D1A97}" destId="{05FDE3D1-C6D0-470E-B801-9149A0793D46}" srcOrd="0" destOrd="0" presId="urn:microsoft.com/office/officeart/2016/7/layout/VerticalSolidActionList"/>
    <dgm:cxn modelId="{43C21287-1E06-40B1-9710-246F3DA08930}" type="presOf" srcId="{5C6B31A9-6508-49E9-8791-0CC748C22C03}" destId="{F9ECB2F7-02BF-4A26-BC9D-E829A0166C42}" srcOrd="0" destOrd="0" presId="urn:microsoft.com/office/officeart/2016/7/layout/VerticalSolidActionList"/>
    <dgm:cxn modelId="{32FFD488-CEA5-43E5-A260-2D83051B0B37}" srcId="{DFF8DB7C-E55F-4903-B80C-E47125158A86}" destId="{863857A5-B9D7-4581-8290-6230196D8830}" srcOrd="1" destOrd="0" parTransId="{60487AA4-DF0C-46F0-829F-6DFFC9F58930}" sibTransId="{4A2C6D19-F9C5-44E2-BDC6-635666AF7EC9}"/>
    <dgm:cxn modelId="{EB131E8A-A53C-4913-95D4-782392D693FF}" type="presOf" srcId="{DFF8DB7C-E55F-4903-B80C-E47125158A86}" destId="{E805C26A-DA55-4C0F-A65F-67DCBCD4173D}" srcOrd="0" destOrd="0" presId="urn:microsoft.com/office/officeart/2016/7/layout/VerticalSolidActionList"/>
    <dgm:cxn modelId="{3C644A91-F3B5-4AAB-86F9-A64385D51D49}" type="presOf" srcId="{E48495EA-E95D-44E0-AC70-16CF207A8BFD}" destId="{54D3B86B-3124-40CB-9A0F-01D4AF3E0C21}" srcOrd="0" destOrd="0" presId="urn:microsoft.com/office/officeart/2016/7/layout/VerticalSolidActionList"/>
    <dgm:cxn modelId="{A925BBA2-2E13-45EE-9913-65523EAC3B4E}" srcId="{DFF8DB7C-E55F-4903-B80C-E47125158A86}" destId="{EF045F1B-BE63-4E37-BCB8-72EA329953BA}" srcOrd="5" destOrd="0" parTransId="{6726CCC7-4BD1-4528-997A-0044A708E2DC}" sibTransId="{11997D65-82E8-4EBB-8A3B-85040284F0A4}"/>
    <dgm:cxn modelId="{309CEDB2-347C-4E68-AB76-94E298BE404C}" type="presOf" srcId="{2CA7674A-C83F-4397-B1F6-657E56E1910A}" destId="{1A39053A-FD4A-449C-B61F-79367F7F7882}" srcOrd="0" destOrd="0" presId="urn:microsoft.com/office/officeart/2016/7/layout/VerticalSolidActionList"/>
    <dgm:cxn modelId="{EFE345B3-797F-4851-8640-E7CDF028BFD3}" type="presOf" srcId="{8648A256-9296-4B2A-9385-68BD0A9915A8}" destId="{E3722426-4040-401A-904B-65FA184E001B}" srcOrd="0" destOrd="0" presId="urn:microsoft.com/office/officeart/2016/7/layout/VerticalSolidActionList"/>
    <dgm:cxn modelId="{CA1242B5-7BB0-41AD-B1C4-C7F6E73FE7D1}" srcId="{CFC88671-F2F3-45F2-8F98-D36EC6AD98EF}" destId="{ECFFCC61-80D7-4FE2-9CFA-487A24510667}" srcOrd="0" destOrd="0" parTransId="{7B6419B1-6093-4405-B2CE-71D2358CA514}" sibTransId="{7D584849-2C3E-4B8B-BAD7-962CD5A7A747}"/>
    <dgm:cxn modelId="{165555B8-6951-4106-ADF3-F630922F6033}" srcId="{DFF8DB7C-E55F-4903-B80C-E47125158A86}" destId="{2CA7674A-C83F-4397-B1F6-657E56E1910A}" srcOrd="0" destOrd="0" parTransId="{91C98206-4020-40E4-911F-9BC2400BF1BD}" sibTransId="{73C58B30-E21B-425A-8603-9D8795CD11AF}"/>
    <dgm:cxn modelId="{0500EFB8-A011-4971-943B-DDDE7B7A10CA}" srcId="{BA93F780-E5C9-4309-A1A8-90FCFD956489}" destId="{E48495EA-E95D-44E0-AC70-16CF207A8BFD}" srcOrd="0" destOrd="0" parTransId="{55010136-8BC9-4716-B5CE-26C033CCECB5}" sibTransId="{5BD58C73-C765-4BD7-82E6-0BD5BB92B384}"/>
    <dgm:cxn modelId="{7ED1FDB9-A1AC-46B5-894A-2794EC76A1FC}" type="presOf" srcId="{ECFFCC61-80D7-4FE2-9CFA-487A24510667}" destId="{C0A44457-367D-4E92-8068-2DB3179E835A}" srcOrd="0" destOrd="0" presId="urn:microsoft.com/office/officeart/2016/7/layout/VerticalSolidActionList"/>
    <dgm:cxn modelId="{5AFCAABA-BB1A-4024-B25A-4EDC88EC7645}" srcId="{ADECAC6F-1812-4B7C-81BB-90CBE118DA66}" destId="{BB655405-073C-452E-B9AA-49C1A66ED5B1}" srcOrd="0" destOrd="0" parTransId="{D54270E5-C9FF-4F37-8911-740089D3D6DC}" sibTransId="{6A6F6EE1-09C9-440F-BF99-2566DCB82CF3}"/>
    <dgm:cxn modelId="{C6D73CBB-6ADC-45CB-BFCC-30A61CC895EA}" srcId="{DFF8DB7C-E55F-4903-B80C-E47125158A86}" destId="{35EE12BA-6366-445D-A1FD-B830DA6D1A97}" srcOrd="8" destOrd="0" parTransId="{2D3E8DA4-6F34-41C2-9D39-F394387C9262}" sibTransId="{DECD7A53-252D-44B8-A352-D934F37B330B}"/>
    <dgm:cxn modelId="{12D28DBF-2ABE-4669-B03B-2A5421BF64EB}" type="presOf" srcId="{EF045F1B-BE63-4E37-BCB8-72EA329953BA}" destId="{7F243BE4-F89B-4D18-97B8-E71267C4485E}" srcOrd="0" destOrd="0" presId="urn:microsoft.com/office/officeart/2016/7/layout/VerticalSolidActionList"/>
    <dgm:cxn modelId="{B435B1C8-DC03-4B96-9A7E-0894CB3D50C0}" srcId="{1FC665E6-9920-4A7D-BA28-9CFC88178838}" destId="{A5EC7C1D-BFD4-4F86-8EC8-1986B68CF746}" srcOrd="0" destOrd="0" parTransId="{706410B7-1C4F-45FD-8B74-3AF62CB3EF1E}" sibTransId="{F765BE1E-8697-4706-BC55-31579B530572}"/>
    <dgm:cxn modelId="{E2E58ED0-CADF-4D67-B2BE-4C81D3BD193B}" srcId="{5C6B31A9-6508-49E9-8791-0CC748C22C03}" destId="{089D59D6-FBE0-449D-A3F2-E7FAE6009BC6}" srcOrd="0" destOrd="0" parTransId="{B71B7A50-F7C0-48D0-950D-FEEDB57A9139}" sibTransId="{511D00B3-718B-4EAD-95B6-831EBAF69929}"/>
    <dgm:cxn modelId="{139CDBD1-59EC-4A5A-AE50-0B3FBE333F0B}" type="presOf" srcId="{EBC5B7A6-5867-4187-B695-C0C1B8E35706}" destId="{9C26A4C4-F86B-448B-AE20-A86B367906A4}" srcOrd="0" destOrd="0" presId="urn:microsoft.com/office/officeart/2016/7/layout/VerticalSolidActionList"/>
    <dgm:cxn modelId="{58435DE9-A03A-4680-ACF5-3321596400BD}" type="presOf" srcId="{CFC88671-F2F3-45F2-8F98-D36EC6AD98EF}" destId="{B55F6BC6-0B1D-41FD-97B2-4729D3A9A501}" srcOrd="0" destOrd="0" presId="urn:microsoft.com/office/officeart/2016/7/layout/VerticalSolidActionList"/>
    <dgm:cxn modelId="{957D1CEB-038E-4ED2-8EB2-549D06D2169B}" srcId="{DFF8DB7C-E55F-4903-B80C-E47125158A86}" destId="{5C6B31A9-6508-49E9-8791-0CC748C22C03}" srcOrd="7" destOrd="0" parTransId="{513135CC-EFFE-4546-BFCA-649F156FC9B8}" sibTransId="{CE27CA1A-9EFB-4002-AA15-CF6D1042CA2D}"/>
    <dgm:cxn modelId="{F8C5E221-660E-4B8F-A94B-347D80696E50}" type="presParOf" srcId="{E805C26A-DA55-4C0F-A65F-67DCBCD4173D}" destId="{85283840-B4FF-4887-8553-232E75C884EA}" srcOrd="0" destOrd="0" presId="urn:microsoft.com/office/officeart/2016/7/layout/VerticalSolidActionList"/>
    <dgm:cxn modelId="{1D8CF176-CC77-4377-8640-55CCC2E9E11A}" type="presParOf" srcId="{85283840-B4FF-4887-8553-232E75C884EA}" destId="{1A39053A-FD4A-449C-B61F-79367F7F7882}" srcOrd="0" destOrd="0" presId="urn:microsoft.com/office/officeart/2016/7/layout/VerticalSolidActionList"/>
    <dgm:cxn modelId="{5AE25BCF-84B5-4388-A207-A9C4068D5D0E}" type="presParOf" srcId="{85283840-B4FF-4887-8553-232E75C884EA}" destId="{9C26A4C4-F86B-448B-AE20-A86B367906A4}" srcOrd="1" destOrd="0" presId="urn:microsoft.com/office/officeart/2016/7/layout/VerticalSolidActionList"/>
    <dgm:cxn modelId="{FFBD7D0C-2B23-4014-B05C-AF6AC6B8D0C4}" type="presParOf" srcId="{E805C26A-DA55-4C0F-A65F-67DCBCD4173D}" destId="{D330E531-043F-4B5E-A0E5-241798CDD43F}" srcOrd="1" destOrd="0" presId="urn:microsoft.com/office/officeart/2016/7/layout/VerticalSolidActionList"/>
    <dgm:cxn modelId="{6257AA22-8121-479E-BAEF-0FB8113D0DDB}" type="presParOf" srcId="{E805C26A-DA55-4C0F-A65F-67DCBCD4173D}" destId="{F4AF4185-1B3C-4EB2-AA12-7E6B429F1D5B}" srcOrd="2" destOrd="0" presId="urn:microsoft.com/office/officeart/2016/7/layout/VerticalSolidActionList"/>
    <dgm:cxn modelId="{B794885E-3916-41E2-A64F-5705527CA433}" type="presParOf" srcId="{F4AF4185-1B3C-4EB2-AA12-7E6B429F1D5B}" destId="{7007B4EF-7105-4D09-A62B-2660232C75BC}" srcOrd="0" destOrd="0" presId="urn:microsoft.com/office/officeart/2016/7/layout/VerticalSolidActionList"/>
    <dgm:cxn modelId="{8A0483FC-AA28-4AD5-B3B6-0A55C20E82C4}" type="presParOf" srcId="{F4AF4185-1B3C-4EB2-AA12-7E6B429F1D5B}" destId="{E3722426-4040-401A-904B-65FA184E001B}" srcOrd="1" destOrd="0" presId="urn:microsoft.com/office/officeart/2016/7/layout/VerticalSolidActionList"/>
    <dgm:cxn modelId="{20B7945C-D86A-4AE4-8C5A-CA3CA4DAD522}" type="presParOf" srcId="{E805C26A-DA55-4C0F-A65F-67DCBCD4173D}" destId="{0DEEE50B-D35B-499E-828A-343F588C4EF0}" srcOrd="3" destOrd="0" presId="urn:microsoft.com/office/officeart/2016/7/layout/VerticalSolidActionList"/>
    <dgm:cxn modelId="{06CC2E98-0AC6-442F-8262-2D0B1A25F36A}" type="presParOf" srcId="{E805C26A-DA55-4C0F-A65F-67DCBCD4173D}" destId="{18EFBB08-5E06-415A-B786-706C1288DA6C}" srcOrd="4" destOrd="0" presId="urn:microsoft.com/office/officeart/2016/7/layout/VerticalSolidActionList"/>
    <dgm:cxn modelId="{D155D462-94C6-4C03-AD62-597ED5461451}" type="presParOf" srcId="{18EFBB08-5E06-415A-B786-706C1288DA6C}" destId="{8CF8E54F-2EA0-4095-B3F2-A571153DF6B7}" srcOrd="0" destOrd="0" presId="urn:microsoft.com/office/officeart/2016/7/layout/VerticalSolidActionList"/>
    <dgm:cxn modelId="{A6700C39-BBA4-4EEA-A641-8A539708B4ED}" type="presParOf" srcId="{18EFBB08-5E06-415A-B786-706C1288DA6C}" destId="{F6469800-115E-4741-850F-0648D039EDF0}" srcOrd="1" destOrd="0" presId="urn:microsoft.com/office/officeart/2016/7/layout/VerticalSolidActionList"/>
    <dgm:cxn modelId="{8B47B64F-A588-4030-8D88-DAF63C460E33}" type="presParOf" srcId="{E805C26A-DA55-4C0F-A65F-67DCBCD4173D}" destId="{EBAE1A32-4DFC-4B85-97BE-BEC34A4F7AD8}" srcOrd="5" destOrd="0" presId="urn:microsoft.com/office/officeart/2016/7/layout/VerticalSolidActionList"/>
    <dgm:cxn modelId="{17AD5E29-617E-413E-A0E9-6892C769165B}" type="presParOf" srcId="{E805C26A-DA55-4C0F-A65F-67DCBCD4173D}" destId="{02A39240-77D2-40B7-BB07-0A7620B8D775}" srcOrd="6" destOrd="0" presId="urn:microsoft.com/office/officeart/2016/7/layout/VerticalSolidActionList"/>
    <dgm:cxn modelId="{D0BFC782-51EE-4700-86F1-EF952D9B3C67}" type="presParOf" srcId="{02A39240-77D2-40B7-BB07-0A7620B8D775}" destId="{B8C5E515-9F12-4867-8006-00C09078C01D}" srcOrd="0" destOrd="0" presId="urn:microsoft.com/office/officeart/2016/7/layout/VerticalSolidActionList"/>
    <dgm:cxn modelId="{CDDBF623-E24D-4447-9A95-1A8F322CBE2E}" type="presParOf" srcId="{02A39240-77D2-40B7-BB07-0A7620B8D775}" destId="{F60D5F8D-28A8-48B7-8DC0-36E5E64E28F5}" srcOrd="1" destOrd="0" presId="urn:microsoft.com/office/officeart/2016/7/layout/VerticalSolidActionList"/>
    <dgm:cxn modelId="{882248CB-E2C6-44A9-9F93-7BCAE994D9FD}" type="presParOf" srcId="{E805C26A-DA55-4C0F-A65F-67DCBCD4173D}" destId="{A14ACC1D-57E9-4F45-9C46-00D00EDBF803}" srcOrd="7" destOrd="0" presId="urn:microsoft.com/office/officeart/2016/7/layout/VerticalSolidActionList"/>
    <dgm:cxn modelId="{C59091AA-CC13-4BDA-ACC0-D5853AE5F0B2}" type="presParOf" srcId="{E805C26A-DA55-4C0F-A65F-67DCBCD4173D}" destId="{F4A53D9C-A686-48DA-91B1-42AB5FE99CE9}" srcOrd="8" destOrd="0" presId="urn:microsoft.com/office/officeart/2016/7/layout/VerticalSolidActionList"/>
    <dgm:cxn modelId="{3202E385-6C16-41A0-8090-D62B3B8F23C6}" type="presParOf" srcId="{F4A53D9C-A686-48DA-91B1-42AB5FE99CE9}" destId="{524B3A84-82F3-4362-A217-FFE4FBA6B8D3}" srcOrd="0" destOrd="0" presId="urn:microsoft.com/office/officeart/2016/7/layout/VerticalSolidActionList"/>
    <dgm:cxn modelId="{CCBFCA31-2214-4D9F-8E09-82E38FA7455C}" type="presParOf" srcId="{F4A53D9C-A686-48DA-91B1-42AB5FE99CE9}" destId="{54D3B86B-3124-40CB-9A0F-01D4AF3E0C21}" srcOrd="1" destOrd="0" presId="urn:microsoft.com/office/officeart/2016/7/layout/VerticalSolidActionList"/>
    <dgm:cxn modelId="{6DE91839-F7D0-4C67-AD2F-30E7B6B091F0}" type="presParOf" srcId="{E805C26A-DA55-4C0F-A65F-67DCBCD4173D}" destId="{FE1CAEDF-556D-429E-AB52-FAB1CD3A070E}" srcOrd="9" destOrd="0" presId="urn:microsoft.com/office/officeart/2016/7/layout/VerticalSolidActionList"/>
    <dgm:cxn modelId="{FB876469-BF85-4570-B2FE-4DA92DE30430}" type="presParOf" srcId="{E805C26A-DA55-4C0F-A65F-67DCBCD4173D}" destId="{6550F84A-D24B-457C-B885-8EB0DE17E8C0}" srcOrd="10" destOrd="0" presId="urn:microsoft.com/office/officeart/2016/7/layout/VerticalSolidActionList"/>
    <dgm:cxn modelId="{CD94DE67-B86C-42BC-BC38-CB9CCCA37D3D}" type="presParOf" srcId="{6550F84A-D24B-457C-B885-8EB0DE17E8C0}" destId="{7F243BE4-F89B-4D18-97B8-E71267C4485E}" srcOrd="0" destOrd="0" presId="urn:microsoft.com/office/officeart/2016/7/layout/VerticalSolidActionList"/>
    <dgm:cxn modelId="{15292188-2EA8-4AB4-839B-C9A600A6B9BD}" type="presParOf" srcId="{6550F84A-D24B-457C-B885-8EB0DE17E8C0}" destId="{40920BD7-F46A-48D7-A5F9-288EE8759990}" srcOrd="1" destOrd="0" presId="urn:microsoft.com/office/officeart/2016/7/layout/VerticalSolidActionList"/>
    <dgm:cxn modelId="{E312D4AD-19D1-48C3-B8F2-737C13EDFFA7}" type="presParOf" srcId="{E805C26A-DA55-4C0F-A65F-67DCBCD4173D}" destId="{F3F346D9-81CD-4769-A091-B0C8C8A74464}" srcOrd="11" destOrd="0" presId="urn:microsoft.com/office/officeart/2016/7/layout/VerticalSolidActionList"/>
    <dgm:cxn modelId="{CD93B38E-DAD4-4D31-956E-9AB6C8226233}" type="presParOf" srcId="{E805C26A-DA55-4C0F-A65F-67DCBCD4173D}" destId="{2A7E1F9B-2D94-4F8E-9856-9C16EE4DD89E}" srcOrd="12" destOrd="0" presId="urn:microsoft.com/office/officeart/2016/7/layout/VerticalSolidActionList"/>
    <dgm:cxn modelId="{3AB82F06-B46A-4BCB-A826-672121B82942}" type="presParOf" srcId="{2A7E1F9B-2D94-4F8E-9856-9C16EE4DD89E}" destId="{B55F6BC6-0B1D-41FD-97B2-4729D3A9A501}" srcOrd="0" destOrd="0" presId="urn:microsoft.com/office/officeart/2016/7/layout/VerticalSolidActionList"/>
    <dgm:cxn modelId="{DDE9895B-5CE3-4638-AC04-EC37D51AC78E}" type="presParOf" srcId="{2A7E1F9B-2D94-4F8E-9856-9C16EE4DD89E}" destId="{C0A44457-367D-4E92-8068-2DB3179E835A}" srcOrd="1" destOrd="0" presId="urn:microsoft.com/office/officeart/2016/7/layout/VerticalSolidActionList"/>
    <dgm:cxn modelId="{1ACE0445-03A1-40F8-83EE-88D55C73C791}" type="presParOf" srcId="{E805C26A-DA55-4C0F-A65F-67DCBCD4173D}" destId="{134EA962-D0D2-4435-ACDC-25002E63F848}" srcOrd="13" destOrd="0" presId="urn:microsoft.com/office/officeart/2016/7/layout/VerticalSolidActionList"/>
    <dgm:cxn modelId="{01B3E63E-8FA2-409A-829D-C3C54E4C08E2}" type="presParOf" srcId="{E805C26A-DA55-4C0F-A65F-67DCBCD4173D}" destId="{EC8764B9-6EB1-4CE5-90E1-62E21BBF4752}" srcOrd="14" destOrd="0" presId="urn:microsoft.com/office/officeart/2016/7/layout/VerticalSolidActionList"/>
    <dgm:cxn modelId="{4E60CCAE-6AE9-4FA7-975B-B5E9B3ACE10D}" type="presParOf" srcId="{EC8764B9-6EB1-4CE5-90E1-62E21BBF4752}" destId="{F9ECB2F7-02BF-4A26-BC9D-E829A0166C42}" srcOrd="0" destOrd="0" presId="urn:microsoft.com/office/officeart/2016/7/layout/VerticalSolidActionList"/>
    <dgm:cxn modelId="{141DFF88-1FDB-4B23-8500-ADDC2ADF407E}" type="presParOf" srcId="{EC8764B9-6EB1-4CE5-90E1-62E21BBF4752}" destId="{C1AAFEC6-A240-4BD9-8587-E1A698829FBE}" srcOrd="1" destOrd="0" presId="urn:microsoft.com/office/officeart/2016/7/layout/VerticalSolidActionList"/>
    <dgm:cxn modelId="{064416EF-6DF7-4EDB-A6CA-746B440626C4}" type="presParOf" srcId="{E805C26A-DA55-4C0F-A65F-67DCBCD4173D}" destId="{6B1C92BE-5E5B-4F7D-9A4E-FA2BB4D43876}" srcOrd="15" destOrd="0" presId="urn:microsoft.com/office/officeart/2016/7/layout/VerticalSolidActionList"/>
    <dgm:cxn modelId="{67F09426-0F6F-4016-8429-462EE2073B9D}" type="presParOf" srcId="{E805C26A-DA55-4C0F-A65F-67DCBCD4173D}" destId="{F2EA3C76-DE28-4A25-A18E-5014EF365918}" srcOrd="16" destOrd="0" presId="urn:microsoft.com/office/officeart/2016/7/layout/VerticalSolidActionList"/>
    <dgm:cxn modelId="{FEEA2927-3339-41F1-8043-825C6309AD0C}" type="presParOf" srcId="{F2EA3C76-DE28-4A25-A18E-5014EF365918}" destId="{05FDE3D1-C6D0-470E-B801-9149A0793D46}" srcOrd="0" destOrd="0" presId="urn:microsoft.com/office/officeart/2016/7/layout/VerticalSolidActionList"/>
    <dgm:cxn modelId="{C9176E51-67AA-41A0-A358-7C902C2BAE77}" type="presParOf" srcId="{F2EA3C76-DE28-4A25-A18E-5014EF365918}" destId="{7052BB8D-0B44-4CBE-9A1A-CF391226EB98}"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5818E6-FF34-4AA0-B761-E91A70C3CFA0}" type="doc">
      <dgm:prSet loTypeId="urn:microsoft.com/office/officeart/2009/layout/CircleArrowProcess" loCatId="cycle" qsTypeId="urn:microsoft.com/office/officeart/2005/8/quickstyle/simple5" qsCatId="simple" csTypeId="urn:microsoft.com/office/officeart/2005/8/colors/accent0_3" csCatId="mainScheme" phldr="1"/>
      <dgm:spPr/>
      <dgm:t>
        <a:bodyPr/>
        <a:lstStyle/>
        <a:p>
          <a:endParaRPr lang="it-IT"/>
        </a:p>
      </dgm:t>
    </dgm:pt>
    <dgm:pt modelId="{2DD9FF1A-DFFB-4486-B1F8-96B727A0650F}">
      <dgm:prSet phldrT="[Testo]" phldr="0"/>
      <dgm:spPr/>
      <dgm:t>
        <a:bodyPr/>
        <a:lstStyle/>
        <a:p>
          <a:r>
            <a:rPr lang="it-IT"/>
            <a:t>dispenser</a:t>
          </a:r>
        </a:p>
      </dgm:t>
    </dgm:pt>
    <dgm:pt modelId="{5C6FC9E9-EFD7-4055-ADB9-95A3A6217233}" type="parTrans" cxnId="{A8C585B0-535C-41DF-9D04-0881612DFDFF}">
      <dgm:prSet/>
      <dgm:spPr/>
      <dgm:t>
        <a:bodyPr/>
        <a:lstStyle/>
        <a:p>
          <a:endParaRPr lang="it-IT"/>
        </a:p>
      </dgm:t>
    </dgm:pt>
    <dgm:pt modelId="{763B1501-C5A0-4CEA-A2FE-7DA5DAB0A769}" type="sibTrans" cxnId="{A8C585B0-535C-41DF-9D04-0881612DFDFF}">
      <dgm:prSet/>
      <dgm:spPr/>
      <dgm:t>
        <a:bodyPr/>
        <a:lstStyle/>
        <a:p>
          <a:endParaRPr lang="it-IT"/>
        </a:p>
      </dgm:t>
    </dgm:pt>
    <dgm:pt modelId="{CD9EA193-2F2E-4F6B-8CAB-99766D2BCFBE}">
      <dgm:prSet phldrT="[Testo]" phldr="0"/>
      <dgm:spPr/>
      <dgm:t>
        <a:bodyPr/>
        <a:lstStyle/>
        <a:p>
          <a:r>
            <a:rPr lang="it-IT"/>
            <a:t>bridge</a:t>
          </a:r>
        </a:p>
      </dgm:t>
    </dgm:pt>
    <dgm:pt modelId="{0871CC14-CA7F-4911-AA21-9C4BE187F79C}" type="parTrans" cxnId="{895AFF65-3685-43B7-8660-786B48EB811B}">
      <dgm:prSet/>
      <dgm:spPr/>
      <dgm:t>
        <a:bodyPr/>
        <a:lstStyle/>
        <a:p>
          <a:endParaRPr lang="it-IT"/>
        </a:p>
      </dgm:t>
    </dgm:pt>
    <dgm:pt modelId="{3FDD0481-36EA-47A9-B8A2-F90B17110133}" type="sibTrans" cxnId="{895AFF65-3685-43B7-8660-786B48EB811B}">
      <dgm:prSet/>
      <dgm:spPr/>
      <dgm:t>
        <a:bodyPr/>
        <a:lstStyle/>
        <a:p>
          <a:endParaRPr lang="it-IT"/>
        </a:p>
      </dgm:t>
    </dgm:pt>
    <dgm:pt modelId="{57359A89-8CBC-4727-B065-43EB5DD53054}">
      <dgm:prSet phldrT="[Testo]" phldr="0"/>
      <dgm:spPr/>
      <dgm:t>
        <a:bodyPr/>
        <a:lstStyle/>
        <a:p>
          <a:r>
            <a:rPr lang="it-IT"/>
            <a:t>server</a:t>
          </a:r>
        </a:p>
      </dgm:t>
    </dgm:pt>
    <dgm:pt modelId="{5F87EEC3-39E4-4C0B-AF3C-67006E505EA1}" type="parTrans" cxnId="{1AA5B73A-E641-4D9D-BE8B-726B3BE3EA7B}">
      <dgm:prSet/>
      <dgm:spPr/>
      <dgm:t>
        <a:bodyPr/>
        <a:lstStyle/>
        <a:p>
          <a:endParaRPr lang="it-IT"/>
        </a:p>
      </dgm:t>
    </dgm:pt>
    <dgm:pt modelId="{855D5D0D-D217-4900-A53B-3122E93116FC}" type="sibTrans" cxnId="{1AA5B73A-E641-4D9D-BE8B-726B3BE3EA7B}">
      <dgm:prSet/>
      <dgm:spPr/>
      <dgm:t>
        <a:bodyPr/>
        <a:lstStyle/>
        <a:p>
          <a:endParaRPr lang="it-IT"/>
        </a:p>
      </dgm:t>
    </dgm:pt>
    <dgm:pt modelId="{182EE226-4706-4322-8142-34DB62C62D54}" type="pres">
      <dgm:prSet presAssocID="{005818E6-FF34-4AA0-B761-E91A70C3CFA0}" presName="Name0" presStyleCnt="0">
        <dgm:presLayoutVars>
          <dgm:chMax val="7"/>
          <dgm:chPref val="7"/>
          <dgm:dir/>
          <dgm:animLvl val="lvl"/>
        </dgm:presLayoutVars>
      </dgm:prSet>
      <dgm:spPr/>
    </dgm:pt>
    <dgm:pt modelId="{31A7EE9C-668C-4C76-B93F-E2F3DB4AE91E}" type="pres">
      <dgm:prSet presAssocID="{2DD9FF1A-DFFB-4486-B1F8-96B727A0650F}" presName="Accent1" presStyleCnt="0"/>
      <dgm:spPr/>
    </dgm:pt>
    <dgm:pt modelId="{4CFF04B8-86CA-4E66-B32C-44D7EBE57715}" type="pres">
      <dgm:prSet presAssocID="{2DD9FF1A-DFFB-4486-B1F8-96B727A0650F}" presName="Accent" presStyleLbl="node1" presStyleIdx="0" presStyleCnt="3"/>
      <dgm:spPr/>
    </dgm:pt>
    <dgm:pt modelId="{B4E896D8-D14F-4017-A800-857BC0D6DA08}" type="pres">
      <dgm:prSet presAssocID="{2DD9FF1A-DFFB-4486-B1F8-96B727A0650F}" presName="Parent1" presStyleLbl="revTx" presStyleIdx="0" presStyleCnt="3">
        <dgm:presLayoutVars>
          <dgm:chMax val="1"/>
          <dgm:chPref val="1"/>
          <dgm:bulletEnabled val="1"/>
        </dgm:presLayoutVars>
      </dgm:prSet>
      <dgm:spPr/>
    </dgm:pt>
    <dgm:pt modelId="{B1C09090-6B96-43E4-9B60-3811DFA90978}" type="pres">
      <dgm:prSet presAssocID="{CD9EA193-2F2E-4F6B-8CAB-99766D2BCFBE}" presName="Accent2" presStyleCnt="0"/>
      <dgm:spPr/>
    </dgm:pt>
    <dgm:pt modelId="{A3F30E53-EE6B-4D61-B9F1-C2553F2500A8}" type="pres">
      <dgm:prSet presAssocID="{CD9EA193-2F2E-4F6B-8CAB-99766D2BCFBE}" presName="Accent" presStyleLbl="node1" presStyleIdx="1" presStyleCnt="3"/>
      <dgm:spPr/>
    </dgm:pt>
    <dgm:pt modelId="{4BD8E8EA-F645-4913-BDEE-4F68382C8829}" type="pres">
      <dgm:prSet presAssocID="{CD9EA193-2F2E-4F6B-8CAB-99766D2BCFBE}" presName="Parent2" presStyleLbl="revTx" presStyleIdx="1" presStyleCnt="3">
        <dgm:presLayoutVars>
          <dgm:chMax val="1"/>
          <dgm:chPref val="1"/>
          <dgm:bulletEnabled val="1"/>
        </dgm:presLayoutVars>
      </dgm:prSet>
      <dgm:spPr/>
    </dgm:pt>
    <dgm:pt modelId="{9323454A-FF27-44B3-9838-EA4C45B7A6D2}" type="pres">
      <dgm:prSet presAssocID="{57359A89-8CBC-4727-B065-43EB5DD53054}" presName="Accent3" presStyleCnt="0"/>
      <dgm:spPr/>
    </dgm:pt>
    <dgm:pt modelId="{A797CC8E-C971-49EA-85B8-CF31BD7C7DE1}" type="pres">
      <dgm:prSet presAssocID="{57359A89-8CBC-4727-B065-43EB5DD53054}" presName="Accent" presStyleLbl="node1" presStyleIdx="2" presStyleCnt="3"/>
      <dgm:spPr/>
    </dgm:pt>
    <dgm:pt modelId="{7E9C6FAC-9267-4288-B20E-0875DB257FDB}" type="pres">
      <dgm:prSet presAssocID="{57359A89-8CBC-4727-B065-43EB5DD53054}" presName="Parent3" presStyleLbl="revTx" presStyleIdx="2" presStyleCnt="3">
        <dgm:presLayoutVars>
          <dgm:chMax val="1"/>
          <dgm:chPref val="1"/>
          <dgm:bulletEnabled val="1"/>
        </dgm:presLayoutVars>
      </dgm:prSet>
      <dgm:spPr/>
    </dgm:pt>
  </dgm:ptLst>
  <dgm:cxnLst>
    <dgm:cxn modelId="{1AA5B73A-E641-4D9D-BE8B-726B3BE3EA7B}" srcId="{005818E6-FF34-4AA0-B761-E91A70C3CFA0}" destId="{57359A89-8CBC-4727-B065-43EB5DD53054}" srcOrd="2" destOrd="0" parTransId="{5F87EEC3-39E4-4C0B-AF3C-67006E505EA1}" sibTransId="{855D5D0D-D217-4900-A53B-3122E93116FC}"/>
    <dgm:cxn modelId="{895AFF65-3685-43B7-8660-786B48EB811B}" srcId="{005818E6-FF34-4AA0-B761-E91A70C3CFA0}" destId="{CD9EA193-2F2E-4F6B-8CAB-99766D2BCFBE}" srcOrd="1" destOrd="0" parTransId="{0871CC14-CA7F-4911-AA21-9C4BE187F79C}" sibTransId="{3FDD0481-36EA-47A9-B8A2-F90B17110133}"/>
    <dgm:cxn modelId="{9CBCD947-395D-4014-AF0F-C0732560711E}" type="presOf" srcId="{005818E6-FF34-4AA0-B761-E91A70C3CFA0}" destId="{182EE226-4706-4322-8142-34DB62C62D54}" srcOrd="0" destOrd="0" presId="urn:microsoft.com/office/officeart/2009/layout/CircleArrowProcess"/>
    <dgm:cxn modelId="{2F32A372-D238-4369-913D-844979B0C6B4}" type="presOf" srcId="{57359A89-8CBC-4727-B065-43EB5DD53054}" destId="{7E9C6FAC-9267-4288-B20E-0875DB257FDB}" srcOrd="0" destOrd="0" presId="urn:microsoft.com/office/officeart/2009/layout/CircleArrowProcess"/>
    <dgm:cxn modelId="{090D2D82-9EAA-476A-870A-79685264930E}" type="presOf" srcId="{2DD9FF1A-DFFB-4486-B1F8-96B727A0650F}" destId="{B4E896D8-D14F-4017-A800-857BC0D6DA08}" srcOrd="0" destOrd="0" presId="urn:microsoft.com/office/officeart/2009/layout/CircleArrowProcess"/>
    <dgm:cxn modelId="{162A9999-E271-4E0F-AFE8-BF40C5B3B228}" type="presOf" srcId="{CD9EA193-2F2E-4F6B-8CAB-99766D2BCFBE}" destId="{4BD8E8EA-F645-4913-BDEE-4F68382C8829}" srcOrd="0" destOrd="0" presId="urn:microsoft.com/office/officeart/2009/layout/CircleArrowProcess"/>
    <dgm:cxn modelId="{A8C585B0-535C-41DF-9D04-0881612DFDFF}" srcId="{005818E6-FF34-4AA0-B761-E91A70C3CFA0}" destId="{2DD9FF1A-DFFB-4486-B1F8-96B727A0650F}" srcOrd="0" destOrd="0" parTransId="{5C6FC9E9-EFD7-4055-ADB9-95A3A6217233}" sibTransId="{763B1501-C5A0-4CEA-A2FE-7DA5DAB0A769}"/>
    <dgm:cxn modelId="{AA4DF66F-E4A5-4141-A253-540C15CC1891}" type="presParOf" srcId="{182EE226-4706-4322-8142-34DB62C62D54}" destId="{31A7EE9C-668C-4C76-B93F-E2F3DB4AE91E}" srcOrd="0" destOrd="0" presId="urn:microsoft.com/office/officeart/2009/layout/CircleArrowProcess"/>
    <dgm:cxn modelId="{757B0155-445F-4B36-9B87-3A60F3247762}" type="presParOf" srcId="{31A7EE9C-668C-4C76-B93F-E2F3DB4AE91E}" destId="{4CFF04B8-86CA-4E66-B32C-44D7EBE57715}" srcOrd="0" destOrd="0" presId="urn:microsoft.com/office/officeart/2009/layout/CircleArrowProcess"/>
    <dgm:cxn modelId="{86B04031-02EC-411D-9376-17FF72A07CAA}" type="presParOf" srcId="{182EE226-4706-4322-8142-34DB62C62D54}" destId="{B4E896D8-D14F-4017-A800-857BC0D6DA08}" srcOrd="1" destOrd="0" presId="urn:microsoft.com/office/officeart/2009/layout/CircleArrowProcess"/>
    <dgm:cxn modelId="{4EFD3441-9572-43A5-B2AA-DE8BB46117BF}" type="presParOf" srcId="{182EE226-4706-4322-8142-34DB62C62D54}" destId="{B1C09090-6B96-43E4-9B60-3811DFA90978}" srcOrd="2" destOrd="0" presId="urn:microsoft.com/office/officeart/2009/layout/CircleArrowProcess"/>
    <dgm:cxn modelId="{1BFDD65C-8C3B-4857-B982-688C5DC5BC30}" type="presParOf" srcId="{B1C09090-6B96-43E4-9B60-3811DFA90978}" destId="{A3F30E53-EE6B-4D61-B9F1-C2553F2500A8}" srcOrd="0" destOrd="0" presId="urn:microsoft.com/office/officeart/2009/layout/CircleArrowProcess"/>
    <dgm:cxn modelId="{1CF20B91-99FA-474C-BCB4-9DED435A414D}" type="presParOf" srcId="{182EE226-4706-4322-8142-34DB62C62D54}" destId="{4BD8E8EA-F645-4913-BDEE-4F68382C8829}" srcOrd="3" destOrd="0" presId="urn:microsoft.com/office/officeart/2009/layout/CircleArrowProcess"/>
    <dgm:cxn modelId="{549D843E-C5EA-44C3-9053-5A65C03EC3EB}" type="presParOf" srcId="{182EE226-4706-4322-8142-34DB62C62D54}" destId="{9323454A-FF27-44B3-9838-EA4C45B7A6D2}" srcOrd="4" destOrd="0" presId="urn:microsoft.com/office/officeart/2009/layout/CircleArrowProcess"/>
    <dgm:cxn modelId="{1E345BCA-0EBC-4936-939F-0323F4317D81}" type="presParOf" srcId="{9323454A-FF27-44B3-9838-EA4C45B7A6D2}" destId="{A797CC8E-C971-49EA-85B8-CF31BD7C7DE1}" srcOrd="0" destOrd="0" presId="urn:microsoft.com/office/officeart/2009/layout/CircleArrowProcess"/>
    <dgm:cxn modelId="{E54495B1-7F82-44D8-9020-8918B3E30438}" type="presParOf" srcId="{182EE226-4706-4322-8142-34DB62C62D54}" destId="{7E9C6FAC-9267-4288-B20E-0875DB257FDB}"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5818E6-FF34-4AA0-B761-E91A70C3CFA0}" type="doc">
      <dgm:prSet loTypeId="urn:microsoft.com/office/officeart/2009/layout/CircleArrowProcess" loCatId="cycle" qsTypeId="urn:microsoft.com/office/officeart/2005/8/quickstyle/simple5" qsCatId="simple" csTypeId="urn:microsoft.com/office/officeart/2005/8/colors/accent1_3" csCatId="accent1" phldr="1"/>
      <dgm:spPr/>
      <dgm:t>
        <a:bodyPr/>
        <a:lstStyle/>
        <a:p>
          <a:endParaRPr lang="it-IT"/>
        </a:p>
      </dgm:t>
    </dgm:pt>
    <dgm:pt modelId="{2DD9FF1A-DFFB-4486-B1F8-96B727A0650F}">
      <dgm:prSet phldrT="[Testo]" phldr="0"/>
      <dgm:spPr/>
      <dgm:t>
        <a:bodyPr/>
        <a:lstStyle/>
        <a:p>
          <a:r>
            <a:rPr lang="it-IT"/>
            <a:t>server</a:t>
          </a:r>
        </a:p>
      </dgm:t>
    </dgm:pt>
    <dgm:pt modelId="{5C6FC9E9-EFD7-4055-ADB9-95A3A6217233}" type="parTrans" cxnId="{A8C585B0-535C-41DF-9D04-0881612DFDFF}">
      <dgm:prSet/>
      <dgm:spPr/>
      <dgm:t>
        <a:bodyPr/>
        <a:lstStyle/>
        <a:p>
          <a:endParaRPr lang="it-IT"/>
        </a:p>
      </dgm:t>
    </dgm:pt>
    <dgm:pt modelId="{763B1501-C5A0-4CEA-A2FE-7DA5DAB0A769}" type="sibTrans" cxnId="{A8C585B0-535C-41DF-9D04-0881612DFDFF}">
      <dgm:prSet/>
      <dgm:spPr/>
      <dgm:t>
        <a:bodyPr/>
        <a:lstStyle/>
        <a:p>
          <a:endParaRPr lang="it-IT"/>
        </a:p>
      </dgm:t>
    </dgm:pt>
    <dgm:pt modelId="{CD9EA193-2F2E-4F6B-8CAB-99766D2BCFBE}">
      <dgm:prSet phldrT="[Testo]" phldr="0"/>
      <dgm:spPr/>
      <dgm:t>
        <a:bodyPr/>
        <a:lstStyle/>
        <a:p>
          <a:r>
            <a:rPr lang="it-IT"/>
            <a:t>bridge</a:t>
          </a:r>
        </a:p>
      </dgm:t>
    </dgm:pt>
    <dgm:pt modelId="{0871CC14-CA7F-4911-AA21-9C4BE187F79C}" type="parTrans" cxnId="{895AFF65-3685-43B7-8660-786B48EB811B}">
      <dgm:prSet/>
      <dgm:spPr/>
      <dgm:t>
        <a:bodyPr/>
        <a:lstStyle/>
        <a:p>
          <a:endParaRPr lang="it-IT"/>
        </a:p>
      </dgm:t>
    </dgm:pt>
    <dgm:pt modelId="{3FDD0481-36EA-47A9-B8A2-F90B17110133}" type="sibTrans" cxnId="{895AFF65-3685-43B7-8660-786B48EB811B}">
      <dgm:prSet/>
      <dgm:spPr/>
      <dgm:t>
        <a:bodyPr/>
        <a:lstStyle/>
        <a:p>
          <a:endParaRPr lang="it-IT"/>
        </a:p>
      </dgm:t>
    </dgm:pt>
    <dgm:pt modelId="{57359A89-8CBC-4727-B065-43EB5DD53054}">
      <dgm:prSet phldrT="[Testo]" phldr="0"/>
      <dgm:spPr/>
      <dgm:t>
        <a:bodyPr/>
        <a:lstStyle/>
        <a:p>
          <a:r>
            <a:rPr lang="it-IT"/>
            <a:t>dispenser</a:t>
          </a:r>
        </a:p>
      </dgm:t>
    </dgm:pt>
    <dgm:pt modelId="{5F87EEC3-39E4-4C0B-AF3C-67006E505EA1}" type="parTrans" cxnId="{1AA5B73A-E641-4D9D-BE8B-726B3BE3EA7B}">
      <dgm:prSet/>
      <dgm:spPr/>
      <dgm:t>
        <a:bodyPr/>
        <a:lstStyle/>
        <a:p>
          <a:endParaRPr lang="it-IT"/>
        </a:p>
      </dgm:t>
    </dgm:pt>
    <dgm:pt modelId="{855D5D0D-D217-4900-A53B-3122E93116FC}" type="sibTrans" cxnId="{1AA5B73A-E641-4D9D-BE8B-726B3BE3EA7B}">
      <dgm:prSet/>
      <dgm:spPr/>
      <dgm:t>
        <a:bodyPr/>
        <a:lstStyle/>
        <a:p>
          <a:endParaRPr lang="it-IT"/>
        </a:p>
      </dgm:t>
    </dgm:pt>
    <dgm:pt modelId="{182EE226-4706-4322-8142-34DB62C62D54}" type="pres">
      <dgm:prSet presAssocID="{005818E6-FF34-4AA0-B761-E91A70C3CFA0}" presName="Name0" presStyleCnt="0">
        <dgm:presLayoutVars>
          <dgm:chMax val="7"/>
          <dgm:chPref val="7"/>
          <dgm:dir/>
          <dgm:animLvl val="lvl"/>
        </dgm:presLayoutVars>
      </dgm:prSet>
      <dgm:spPr/>
    </dgm:pt>
    <dgm:pt modelId="{31A7EE9C-668C-4C76-B93F-E2F3DB4AE91E}" type="pres">
      <dgm:prSet presAssocID="{2DD9FF1A-DFFB-4486-B1F8-96B727A0650F}" presName="Accent1" presStyleCnt="0"/>
      <dgm:spPr/>
    </dgm:pt>
    <dgm:pt modelId="{4CFF04B8-86CA-4E66-B32C-44D7EBE57715}" type="pres">
      <dgm:prSet presAssocID="{2DD9FF1A-DFFB-4486-B1F8-96B727A0650F}" presName="Accent" presStyleLbl="node1" presStyleIdx="0" presStyleCnt="3"/>
      <dgm:spPr/>
    </dgm:pt>
    <dgm:pt modelId="{B4E896D8-D14F-4017-A800-857BC0D6DA08}" type="pres">
      <dgm:prSet presAssocID="{2DD9FF1A-DFFB-4486-B1F8-96B727A0650F}" presName="Parent1" presStyleLbl="revTx" presStyleIdx="0" presStyleCnt="3">
        <dgm:presLayoutVars>
          <dgm:chMax val="1"/>
          <dgm:chPref val="1"/>
          <dgm:bulletEnabled val="1"/>
        </dgm:presLayoutVars>
      </dgm:prSet>
      <dgm:spPr/>
    </dgm:pt>
    <dgm:pt modelId="{B1C09090-6B96-43E4-9B60-3811DFA90978}" type="pres">
      <dgm:prSet presAssocID="{CD9EA193-2F2E-4F6B-8CAB-99766D2BCFBE}" presName="Accent2" presStyleCnt="0"/>
      <dgm:spPr/>
    </dgm:pt>
    <dgm:pt modelId="{A3F30E53-EE6B-4D61-B9F1-C2553F2500A8}" type="pres">
      <dgm:prSet presAssocID="{CD9EA193-2F2E-4F6B-8CAB-99766D2BCFBE}" presName="Accent" presStyleLbl="node1" presStyleIdx="1" presStyleCnt="3"/>
      <dgm:spPr/>
    </dgm:pt>
    <dgm:pt modelId="{4BD8E8EA-F645-4913-BDEE-4F68382C8829}" type="pres">
      <dgm:prSet presAssocID="{CD9EA193-2F2E-4F6B-8CAB-99766D2BCFBE}" presName="Parent2" presStyleLbl="revTx" presStyleIdx="1" presStyleCnt="3">
        <dgm:presLayoutVars>
          <dgm:chMax val="1"/>
          <dgm:chPref val="1"/>
          <dgm:bulletEnabled val="1"/>
        </dgm:presLayoutVars>
      </dgm:prSet>
      <dgm:spPr/>
    </dgm:pt>
    <dgm:pt modelId="{9323454A-FF27-44B3-9838-EA4C45B7A6D2}" type="pres">
      <dgm:prSet presAssocID="{57359A89-8CBC-4727-B065-43EB5DD53054}" presName="Accent3" presStyleCnt="0"/>
      <dgm:spPr/>
    </dgm:pt>
    <dgm:pt modelId="{A797CC8E-C971-49EA-85B8-CF31BD7C7DE1}" type="pres">
      <dgm:prSet presAssocID="{57359A89-8CBC-4727-B065-43EB5DD53054}" presName="Accent" presStyleLbl="node1" presStyleIdx="2" presStyleCnt="3"/>
      <dgm:spPr/>
    </dgm:pt>
    <dgm:pt modelId="{7E9C6FAC-9267-4288-B20E-0875DB257FDB}" type="pres">
      <dgm:prSet presAssocID="{57359A89-8CBC-4727-B065-43EB5DD53054}" presName="Parent3" presStyleLbl="revTx" presStyleIdx="2" presStyleCnt="3">
        <dgm:presLayoutVars>
          <dgm:chMax val="1"/>
          <dgm:chPref val="1"/>
          <dgm:bulletEnabled val="1"/>
        </dgm:presLayoutVars>
      </dgm:prSet>
      <dgm:spPr/>
    </dgm:pt>
  </dgm:ptLst>
  <dgm:cxnLst>
    <dgm:cxn modelId="{1AA5B73A-E641-4D9D-BE8B-726B3BE3EA7B}" srcId="{005818E6-FF34-4AA0-B761-E91A70C3CFA0}" destId="{57359A89-8CBC-4727-B065-43EB5DD53054}" srcOrd="2" destOrd="0" parTransId="{5F87EEC3-39E4-4C0B-AF3C-67006E505EA1}" sibTransId="{855D5D0D-D217-4900-A53B-3122E93116FC}"/>
    <dgm:cxn modelId="{895AFF65-3685-43B7-8660-786B48EB811B}" srcId="{005818E6-FF34-4AA0-B761-E91A70C3CFA0}" destId="{CD9EA193-2F2E-4F6B-8CAB-99766D2BCFBE}" srcOrd="1" destOrd="0" parTransId="{0871CC14-CA7F-4911-AA21-9C4BE187F79C}" sibTransId="{3FDD0481-36EA-47A9-B8A2-F90B17110133}"/>
    <dgm:cxn modelId="{9CBCD947-395D-4014-AF0F-C0732560711E}" type="presOf" srcId="{005818E6-FF34-4AA0-B761-E91A70C3CFA0}" destId="{182EE226-4706-4322-8142-34DB62C62D54}" srcOrd="0" destOrd="0" presId="urn:microsoft.com/office/officeart/2009/layout/CircleArrowProcess"/>
    <dgm:cxn modelId="{2F32A372-D238-4369-913D-844979B0C6B4}" type="presOf" srcId="{57359A89-8CBC-4727-B065-43EB5DD53054}" destId="{7E9C6FAC-9267-4288-B20E-0875DB257FDB}" srcOrd="0" destOrd="0" presId="urn:microsoft.com/office/officeart/2009/layout/CircleArrowProcess"/>
    <dgm:cxn modelId="{090D2D82-9EAA-476A-870A-79685264930E}" type="presOf" srcId="{2DD9FF1A-DFFB-4486-B1F8-96B727A0650F}" destId="{B4E896D8-D14F-4017-A800-857BC0D6DA08}" srcOrd="0" destOrd="0" presId="urn:microsoft.com/office/officeart/2009/layout/CircleArrowProcess"/>
    <dgm:cxn modelId="{162A9999-E271-4E0F-AFE8-BF40C5B3B228}" type="presOf" srcId="{CD9EA193-2F2E-4F6B-8CAB-99766D2BCFBE}" destId="{4BD8E8EA-F645-4913-BDEE-4F68382C8829}" srcOrd="0" destOrd="0" presId="urn:microsoft.com/office/officeart/2009/layout/CircleArrowProcess"/>
    <dgm:cxn modelId="{A8C585B0-535C-41DF-9D04-0881612DFDFF}" srcId="{005818E6-FF34-4AA0-B761-E91A70C3CFA0}" destId="{2DD9FF1A-DFFB-4486-B1F8-96B727A0650F}" srcOrd="0" destOrd="0" parTransId="{5C6FC9E9-EFD7-4055-ADB9-95A3A6217233}" sibTransId="{763B1501-C5A0-4CEA-A2FE-7DA5DAB0A769}"/>
    <dgm:cxn modelId="{AA4DF66F-E4A5-4141-A253-540C15CC1891}" type="presParOf" srcId="{182EE226-4706-4322-8142-34DB62C62D54}" destId="{31A7EE9C-668C-4C76-B93F-E2F3DB4AE91E}" srcOrd="0" destOrd="0" presId="urn:microsoft.com/office/officeart/2009/layout/CircleArrowProcess"/>
    <dgm:cxn modelId="{757B0155-445F-4B36-9B87-3A60F3247762}" type="presParOf" srcId="{31A7EE9C-668C-4C76-B93F-E2F3DB4AE91E}" destId="{4CFF04B8-86CA-4E66-B32C-44D7EBE57715}" srcOrd="0" destOrd="0" presId="urn:microsoft.com/office/officeart/2009/layout/CircleArrowProcess"/>
    <dgm:cxn modelId="{86B04031-02EC-411D-9376-17FF72A07CAA}" type="presParOf" srcId="{182EE226-4706-4322-8142-34DB62C62D54}" destId="{B4E896D8-D14F-4017-A800-857BC0D6DA08}" srcOrd="1" destOrd="0" presId="urn:microsoft.com/office/officeart/2009/layout/CircleArrowProcess"/>
    <dgm:cxn modelId="{4EFD3441-9572-43A5-B2AA-DE8BB46117BF}" type="presParOf" srcId="{182EE226-4706-4322-8142-34DB62C62D54}" destId="{B1C09090-6B96-43E4-9B60-3811DFA90978}" srcOrd="2" destOrd="0" presId="urn:microsoft.com/office/officeart/2009/layout/CircleArrowProcess"/>
    <dgm:cxn modelId="{1BFDD65C-8C3B-4857-B982-688C5DC5BC30}" type="presParOf" srcId="{B1C09090-6B96-43E4-9B60-3811DFA90978}" destId="{A3F30E53-EE6B-4D61-B9F1-C2553F2500A8}" srcOrd="0" destOrd="0" presId="urn:microsoft.com/office/officeart/2009/layout/CircleArrowProcess"/>
    <dgm:cxn modelId="{1CF20B91-99FA-474C-BCB4-9DED435A414D}" type="presParOf" srcId="{182EE226-4706-4322-8142-34DB62C62D54}" destId="{4BD8E8EA-F645-4913-BDEE-4F68382C8829}" srcOrd="3" destOrd="0" presId="urn:microsoft.com/office/officeart/2009/layout/CircleArrowProcess"/>
    <dgm:cxn modelId="{549D843E-C5EA-44C3-9053-5A65C03EC3EB}" type="presParOf" srcId="{182EE226-4706-4322-8142-34DB62C62D54}" destId="{9323454A-FF27-44B3-9838-EA4C45B7A6D2}" srcOrd="4" destOrd="0" presId="urn:microsoft.com/office/officeart/2009/layout/CircleArrowProcess"/>
    <dgm:cxn modelId="{1E345BCA-0EBC-4936-939F-0323F4317D81}" type="presParOf" srcId="{9323454A-FF27-44B3-9838-EA4C45B7A6D2}" destId="{A797CC8E-C971-49EA-85B8-CF31BD7C7DE1}" srcOrd="0" destOrd="0" presId="urn:microsoft.com/office/officeart/2009/layout/CircleArrowProcess"/>
    <dgm:cxn modelId="{E54495B1-7F82-44D8-9020-8918B3E30438}" type="presParOf" srcId="{182EE226-4706-4322-8142-34DB62C62D54}" destId="{7E9C6FAC-9267-4288-B20E-0875DB257FDB}" srcOrd="5" destOrd="0" presId="urn:microsoft.com/office/officeart/2009/layout/CircleArrow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292D0A-52C5-413B-A0AB-95CDC844BFF7}" type="doc">
      <dgm:prSet loTypeId="urn:microsoft.com/office/officeart/2016/7/layout/ChevronBlockProcess" loCatId="process" qsTypeId="urn:microsoft.com/office/officeart/2005/8/quickstyle/simple5" qsCatId="simple" csTypeId="urn:microsoft.com/office/officeart/2005/8/colors/accent0_3" csCatId="mainScheme" phldr="1"/>
      <dgm:spPr/>
      <dgm:t>
        <a:bodyPr/>
        <a:lstStyle/>
        <a:p>
          <a:endParaRPr lang="it-IT"/>
        </a:p>
      </dgm:t>
    </dgm:pt>
    <dgm:pt modelId="{4626F2A7-EA22-4B42-8854-1DA1A9FBAECA}">
      <dgm:prSet phldrT="[Testo]"/>
      <dgm:spPr/>
      <dgm:t>
        <a:bodyPr/>
        <a:lstStyle/>
        <a:p>
          <a:r>
            <a:rPr lang="it-IT"/>
            <a:t>server</a:t>
          </a:r>
        </a:p>
      </dgm:t>
    </dgm:pt>
    <dgm:pt modelId="{ED05B061-C043-4733-B1F4-6DAF5170EC61}" type="parTrans" cxnId="{EE1FE9C8-CDAF-460E-BFEF-F2CC52DE753A}">
      <dgm:prSet/>
      <dgm:spPr/>
      <dgm:t>
        <a:bodyPr/>
        <a:lstStyle/>
        <a:p>
          <a:endParaRPr lang="it-IT"/>
        </a:p>
      </dgm:t>
    </dgm:pt>
    <dgm:pt modelId="{A63C5A22-38F7-4F3C-9392-DE74CAB905D4}" type="sibTrans" cxnId="{EE1FE9C8-CDAF-460E-BFEF-F2CC52DE753A}">
      <dgm:prSet/>
      <dgm:spPr/>
      <dgm:t>
        <a:bodyPr/>
        <a:lstStyle/>
        <a:p>
          <a:endParaRPr lang="it-IT"/>
        </a:p>
      </dgm:t>
    </dgm:pt>
    <dgm:pt modelId="{53F731BC-6E50-4EE2-A815-63C8A2F16DF4}">
      <dgm:prSet phldrT="[Testo]"/>
      <dgm:spPr/>
      <dgm:t>
        <a:bodyPr/>
        <a:lstStyle/>
        <a:p>
          <a:r>
            <a:rPr lang="en-GB" noProof="0" dirty="0"/>
            <a:t>When a change occurs on the product list or remove alert state of the dispenser sends the product list</a:t>
          </a:r>
        </a:p>
      </dgm:t>
    </dgm:pt>
    <dgm:pt modelId="{FD1E2C74-F3A9-4015-8887-9F25D6A8DF3D}" type="parTrans" cxnId="{F0C044AA-69F0-4DB9-B8D6-06E8A4DFB07E}">
      <dgm:prSet/>
      <dgm:spPr/>
      <dgm:t>
        <a:bodyPr/>
        <a:lstStyle/>
        <a:p>
          <a:endParaRPr lang="it-IT"/>
        </a:p>
      </dgm:t>
    </dgm:pt>
    <dgm:pt modelId="{6DE458BF-30C8-4D64-9E86-6647696585EF}" type="sibTrans" cxnId="{F0C044AA-69F0-4DB9-B8D6-06E8A4DFB07E}">
      <dgm:prSet/>
      <dgm:spPr/>
      <dgm:t>
        <a:bodyPr/>
        <a:lstStyle/>
        <a:p>
          <a:endParaRPr lang="it-IT"/>
        </a:p>
      </dgm:t>
    </dgm:pt>
    <dgm:pt modelId="{6DE3B067-C094-40CF-AEA0-154711CE55C8}">
      <dgm:prSet phldrT="[Testo]" phldr="0"/>
      <dgm:spPr/>
      <dgm:t>
        <a:bodyPr/>
        <a:lstStyle/>
        <a:p>
          <a:r>
            <a:rPr lang="it-IT"/>
            <a:t>bridge</a:t>
          </a:r>
        </a:p>
      </dgm:t>
    </dgm:pt>
    <dgm:pt modelId="{E22BA759-2852-423A-8B33-E8F7E144CA65}" type="parTrans" cxnId="{BA56F716-EBB1-4EF6-97E0-AE8E624CCBF9}">
      <dgm:prSet/>
      <dgm:spPr/>
      <dgm:t>
        <a:bodyPr/>
        <a:lstStyle/>
        <a:p>
          <a:endParaRPr lang="it-IT"/>
        </a:p>
      </dgm:t>
    </dgm:pt>
    <dgm:pt modelId="{C273FBF6-09C6-45FD-815E-0B11531DE508}" type="sibTrans" cxnId="{BA56F716-EBB1-4EF6-97E0-AE8E624CCBF9}">
      <dgm:prSet/>
      <dgm:spPr/>
      <dgm:t>
        <a:bodyPr/>
        <a:lstStyle/>
        <a:p>
          <a:endParaRPr lang="it-IT"/>
        </a:p>
      </dgm:t>
    </dgm:pt>
    <dgm:pt modelId="{AF7192CB-BD95-434E-94CC-43E5BF7746C4}">
      <dgm:prSet phldrT="[Testo]" phldr="0"/>
      <dgm:spPr/>
      <dgm:t>
        <a:bodyPr/>
        <a:lstStyle/>
        <a:p>
          <a:r>
            <a:rPr lang="it-IT" dirty="0" err="1"/>
            <a:t>Listens</a:t>
          </a:r>
          <a:r>
            <a:rPr lang="it-IT" dirty="0"/>
            <a:t> for HTTP </a:t>
          </a:r>
          <a:r>
            <a:rPr lang="it-IT" dirty="0" err="1"/>
            <a:t>requests</a:t>
          </a:r>
          <a:r>
            <a:rPr lang="it-IT" dirty="0"/>
            <a:t> and </a:t>
          </a:r>
          <a:r>
            <a:rPr lang="it-IT" dirty="0" err="1"/>
            <a:t>translates</a:t>
          </a:r>
          <a:r>
            <a:rPr lang="it-IT" dirty="0"/>
            <a:t> </a:t>
          </a:r>
          <a:r>
            <a:rPr lang="it-IT" dirty="0" err="1"/>
            <a:t>into</a:t>
          </a:r>
          <a:r>
            <a:rPr lang="it-IT" dirty="0"/>
            <a:t> a </a:t>
          </a:r>
          <a:r>
            <a:rPr lang="it-IT" dirty="0" err="1"/>
            <a:t>string</a:t>
          </a:r>
          <a:r>
            <a:rPr lang="it-IT" dirty="0"/>
            <a:t> to </a:t>
          </a:r>
          <a:r>
            <a:rPr lang="it-IT" dirty="0" err="1"/>
            <a:t>send</a:t>
          </a:r>
          <a:r>
            <a:rPr lang="it-IT" dirty="0"/>
            <a:t> </a:t>
          </a:r>
          <a:r>
            <a:rPr lang="it-IT" dirty="0" err="1"/>
            <a:t>through</a:t>
          </a:r>
          <a:r>
            <a:rPr lang="it-IT" dirty="0"/>
            <a:t> </a:t>
          </a:r>
          <a:r>
            <a:rPr lang="it-IT" dirty="0" err="1"/>
            <a:t>LoRa</a:t>
          </a:r>
          <a:r>
            <a:rPr lang="it-IT" dirty="0"/>
            <a:t> to the </a:t>
          </a:r>
          <a:r>
            <a:rPr lang="it-IT" dirty="0" err="1"/>
            <a:t>correct</a:t>
          </a:r>
          <a:r>
            <a:rPr lang="it-IT" dirty="0"/>
            <a:t> dispenser</a:t>
          </a:r>
        </a:p>
      </dgm:t>
    </dgm:pt>
    <dgm:pt modelId="{1AA7B892-EE10-463E-9D5C-2B54629872AD}" type="parTrans" cxnId="{7798A5CF-8F80-411A-BB73-F114D116EBF9}">
      <dgm:prSet/>
      <dgm:spPr/>
      <dgm:t>
        <a:bodyPr/>
        <a:lstStyle/>
        <a:p>
          <a:endParaRPr lang="it-IT"/>
        </a:p>
      </dgm:t>
    </dgm:pt>
    <dgm:pt modelId="{5FB495DC-A1FB-4470-B9E0-84DBBEA156AA}" type="sibTrans" cxnId="{7798A5CF-8F80-411A-BB73-F114D116EBF9}">
      <dgm:prSet/>
      <dgm:spPr/>
      <dgm:t>
        <a:bodyPr/>
        <a:lstStyle/>
        <a:p>
          <a:endParaRPr lang="it-IT"/>
        </a:p>
      </dgm:t>
    </dgm:pt>
    <dgm:pt modelId="{706CE996-FD81-4E48-9900-E434C1D3FD8A}">
      <dgm:prSet phldrT="[Testo]"/>
      <dgm:spPr/>
      <dgm:t>
        <a:bodyPr/>
        <a:lstStyle/>
        <a:p>
          <a:r>
            <a:rPr lang="it-IT"/>
            <a:t>dispenser</a:t>
          </a:r>
        </a:p>
      </dgm:t>
    </dgm:pt>
    <dgm:pt modelId="{A6761346-86F1-4A15-9E2A-647860884D90}" type="parTrans" cxnId="{3E0F8D85-1746-4370-AF17-EE916B1B996C}">
      <dgm:prSet/>
      <dgm:spPr/>
      <dgm:t>
        <a:bodyPr/>
        <a:lstStyle/>
        <a:p>
          <a:endParaRPr lang="it-IT"/>
        </a:p>
      </dgm:t>
    </dgm:pt>
    <dgm:pt modelId="{FC0A14E4-3116-44AA-8227-7B81ACEEB50D}" type="sibTrans" cxnId="{3E0F8D85-1746-4370-AF17-EE916B1B996C}">
      <dgm:prSet/>
      <dgm:spPr/>
      <dgm:t>
        <a:bodyPr/>
        <a:lstStyle/>
        <a:p>
          <a:endParaRPr lang="it-IT"/>
        </a:p>
      </dgm:t>
    </dgm:pt>
    <dgm:pt modelId="{B1FD3B3D-3EF2-4FED-B165-13B642FD570B}">
      <dgm:prSet phldrT="[Testo]"/>
      <dgm:spPr/>
      <dgm:t>
        <a:bodyPr/>
        <a:lstStyle/>
        <a:p>
          <a:r>
            <a:rPr lang="it-IT" dirty="0" err="1"/>
            <a:t>Receives</a:t>
          </a:r>
          <a:r>
            <a:rPr lang="it-IT" dirty="0"/>
            <a:t> the </a:t>
          </a:r>
          <a:r>
            <a:rPr lang="it-IT" dirty="0" err="1"/>
            <a:t>string</a:t>
          </a:r>
          <a:r>
            <a:rPr lang="it-IT" dirty="0"/>
            <a:t> and </a:t>
          </a:r>
          <a:r>
            <a:rPr lang="it-IT" dirty="0" err="1"/>
            <a:t>then</a:t>
          </a:r>
          <a:r>
            <a:rPr lang="it-IT" dirty="0"/>
            <a:t> </a:t>
          </a:r>
          <a:r>
            <a:rPr lang="it-IT" dirty="0" err="1"/>
            <a:t>parses</a:t>
          </a:r>
          <a:r>
            <a:rPr lang="it-IT" dirty="0"/>
            <a:t> </a:t>
          </a:r>
          <a:r>
            <a:rPr lang="it-IT" dirty="0" err="1"/>
            <a:t>each</a:t>
          </a:r>
          <a:r>
            <a:rPr lang="it-IT" dirty="0"/>
            <a:t> product</a:t>
          </a:r>
        </a:p>
      </dgm:t>
    </dgm:pt>
    <dgm:pt modelId="{220E4C97-2407-4981-93CD-20580106839A}" type="parTrans" cxnId="{B1EFF961-65C2-46B4-A4F1-AB8B85CF836F}">
      <dgm:prSet/>
      <dgm:spPr/>
      <dgm:t>
        <a:bodyPr/>
        <a:lstStyle/>
        <a:p>
          <a:endParaRPr lang="it-IT"/>
        </a:p>
      </dgm:t>
    </dgm:pt>
    <dgm:pt modelId="{21695AD8-6A4F-4A25-88BA-8949A50D4E4D}" type="sibTrans" cxnId="{B1EFF961-65C2-46B4-A4F1-AB8B85CF836F}">
      <dgm:prSet/>
      <dgm:spPr/>
      <dgm:t>
        <a:bodyPr/>
        <a:lstStyle/>
        <a:p>
          <a:endParaRPr lang="it-IT"/>
        </a:p>
      </dgm:t>
    </dgm:pt>
    <dgm:pt modelId="{5C358CD8-4DAC-40AE-BBF4-DECED0363D4D}" type="pres">
      <dgm:prSet presAssocID="{33292D0A-52C5-413B-A0AB-95CDC844BFF7}" presName="Name0" presStyleCnt="0">
        <dgm:presLayoutVars>
          <dgm:dir/>
          <dgm:animLvl val="lvl"/>
          <dgm:resizeHandles val="exact"/>
        </dgm:presLayoutVars>
      </dgm:prSet>
      <dgm:spPr/>
    </dgm:pt>
    <dgm:pt modelId="{EDB609F6-49B3-4ABF-B623-16725D04F7A7}" type="pres">
      <dgm:prSet presAssocID="{4626F2A7-EA22-4B42-8854-1DA1A9FBAECA}" presName="composite" presStyleCnt="0"/>
      <dgm:spPr/>
    </dgm:pt>
    <dgm:pt modelId="{85EC9527-2D29-46AF-B41D-B287340FD1D1}" type="pres">
      <dgm:prSet presAssocID="{4626F2A7-EA22-4B42-8854-1DA1A9FBAECA}" presName="parTx" presStyleLbl="alignNode1" presStyleIdx="0" presStyleCnt="3">
        <dgm:presLayoutVars>
          <dgm:chMax val="0"/>
          <dgm:chPref val="0"/>
        </dgm:presLayoutVars>
      </dgm:prSet>
      <dgm:spPr/>
    </dgm:pt>
    <dgm:pt modelId="{57D611DA-4005-4C7C-8AB7-4F4170411998}" type="pres">
      <dgm:prSet presAssocID="{4626F2A7-EA22-4B42-8854-1DA1A9FBAECA}" presName="desTx" presStyleLbl="alignAccFollowNode1" presStyleIdx="0" presStyleCnt="3">
        <dgm:presLayoutVars/>
      </dgm:prSet>
      <dgm:spPr/>
    </dgm:pt>
    <dgm:pt modelId="{BB1FDB18-05AF-4D67-A954-FCFE26F2F200}" type="pres">
      <dgm:prSet presAssocID="{A63C5A22-38F7-4F3C-9392-DE74CAB905D4}" presName="space" presStyleCnt="0"/>
      <dgm:spPr/>
    </dgm:pt>
    <dgm:pt modelId="{3A528026-63B4-4D2B-B587-B4564D1F87B3}" type="pres">
      <dgm:prSet presAssocID="{6DE3B067-C094-40CF-AEA0-154711CE55C8}" presName="composite" presStyleCnt="0"/>
      <dgm:spPr/>
    </dgm:pt>
    <dgm:pt modelId="{A20D5731-228C-4261-A28E-0053175647EE}" type="pres">
      <dgm:prSet presAssocID="{6DE3B067-C094-40CF-AEA0-154711CE55C8}" presName="parTx" presStyleLbl="alignNode1" presStyleIdx="1" presStyleCnt="3">
        <dgm:presLayoutVars>
          <dgm:chMax val="0"/>
          <dgm:chPref val="0"/>
        </dgm:presLayoutVars>
      </dgm:prSet>
      <dgm:spPr/>
    </dgm:pt>
    <dgm:pt modelId="{E5EF1DC1-DD0F-4AFB-B4DF-A63375480A2D}" type="pres">
      <dgm:prSet presAssocID="{6DE3B067-C094-40CF-AEA0-154711CE55C8}" presName="desTx" presStyleLbl="alignAccFollowNode1" presStyleIdx="1" presStyleCnt="3">
        <dgm:presLayoutVars/>
      </dgm:prSet>
      <dgm:spPr/>
    </dgm:pt>
    <dgm:pt modelId="{F62C058E-C91C-40FB-85E0-D9978157FAF6}" type="pres">
      <dgm:prSet presAssocID="{C273FBF6-09C6-45FD-815E-0B11531DE508}" presName="space" presStyleCnt="0"/>
      <dgm:spPr/>
    </dgm:pt>
    <dgm:pt modelId="{B754E735-6242-4F35-911E-B1249B2A15DA}" type="pres">
      <dgm:prSet presAssocID="{706CE996-FD81-4E48-9900-E434C1D3FD8A}" presName="composite" presStyleCnt="0"/>
      <dgm:spPr/>
    </dgm:pt>
    <dgm:pt modelId="{50188A75-0FC4-4035-B398-F129EC7FB3AF}" type="pres">
      <dgm:prSet presAssocID="{706CE996-FD81-4E48-9900-E434C1D3FD8A}" presName="parTx" presStyleLbl="alignNode1" presStyleIdx="2" presStyleCnt="3">
        <dgm:presLayoutVars>
          <dgm:chMax val="0"/>
          <dgm:chPref val="0"/>
        </dgm:presLayoutVars>
      </dgm:prSet>
      <dgm:spPr/>
    </dgm:pt>
    <dgm:pt modelId="{1A4C850A-4E43-43CE-93D9-BF3BE713EE6D}" type="pres">
      <dgm:prSet presAssocID="{706CE996-FD81-4E48-9900-E434C1D3FD8A}" presName="desTx" presStyleLbl="alignAccFollowNode1" presStyleIdx="2" presStyleCnt="3">
        <dgm:presLayoutVars/>
      </dgm:prSet>
      <dgm:spPr/>
    </dgm:pt>
  </dgm:ptLst>
  <dgm:cxnLst>
    <dgm:cxn modelId="{BA56F716-EBB1-4EF6-97E0-AE8E624CCBF9}" srcId="{33292D0A-52C5-413B-A0AB-95CDC844BFF7}" destId="{6DE3B067-C094-40CF-AEA0-154711CE55C8}" srcOrd="1" destOrd="0" parTransId="{E22BA759-2852-423A-8B33-E8F7E144CA65}" sibTransId="{C273FBF6-09C6-45FD-815E-0B11531DE508}"/>
    <dgm:cxn modelId="{28C0843E-B8AF-4089-9E40-FFA8F8A3630B}" type="presOf" srcId="{6DE3B067-C094-40CF-AEA0-154711CE55C8}" destId="{A20D5731-228C-4261-A28E-0053175647EE}" srcOrd="0" destOrd="0" presId="urn:microsoft.com/office/officeart/2016/7/layout/ChevronBlockProcess"/>
    <dgm:cxn modelId="{B1EFF961-65C2-46B4-A4F1-AB8B85CF836F}" srcId="{706CE996-FD81-4E48-9900-E434C1D3FD8A}" destId="{B1FD3B3D-3EF2-4FED-B165-13B642FD570B}" srcOrd="0" destOrd="0" parTransId="{220E4C97-2407-4981-93CD-20580106839A}" sibTransId="{21695AD8-6A4F-4A25-88BA-8949A50D4E4D}"/>
    <dgm:cxn modelId="{945FDB64-06D3-4C87-AA95-031946107C5C}" type="presOf" srcId="{4626F2A7-EA22-4B42-8854-1DA1A9FBAECA}" destId="{85EC9527-2D29-46AF-B41D-B287340FD1D1}" srcOrd="0" destOrd="0" presId="urn:microsoft.com/office/officeart/2016/7/layout/ChevronBlockProcess"/>
    <dgm:cxn modelId="{A6E6D051-395A-4828-859C-366EE2160F47}" type="presOf" srcId="{AF7192CB-BD95-434E-94CC-43E5BF7746C4}" destId="{E5EF1DC1-DD0F-4AFB-B4DF-A63375480A2D}" srcOrd="0" destOrd="0" presId="urn:microsoft.com/office/officeart/2016/7/layout/ChevronBlockProcess"/>
    <dgm:cxn modelId="{3AA38A53-98FB-4C96-912D-9C873A4369CD}" type="presOf" srcId="{706CE996-FD81-4E48-9900-E434C1D3FD8A}" destId="{50188A75-0FC4-4035-B398-F129EC7FB3AF}" srcOrd="0" destOrd="0" presId="urn:microsoft.com/office/officeart/2016/7/layout/ChevronBlockProcess"/>
    <dgm:cxn modelId="{22FF6C74-5D48-4D86-8A7F-395BBD19420C}" type="presOf" srcId="{53F731BC-6E50-4EE2-A815-63C8A2F16DF4}" destId="{57D611DA-4005-4C7C-8AB7-4F4170411998}" srcOrd="0" destOrd="0" presId="urn:microsoft.com/office/officeart/2016/7/layout/ChevronBlockProcess"/>
    <dgm:cxn modelId="{3E0F8D85-1746-4370-AF17-EE916B1B996C}" srcId="{33292D0A-52C5-413B-A0AB-95CDC844BFF7}" destId="{706CE996-FD81-4E48-9900-E434C1D3FD8A}" srcOrd="2" destOrd="0" parTransId="{A6761346-86F1-4A15-9E2A-647860884D90}" sibTransId="{FC0A14E4-3116-44AA-8227-7B81ACEEB50D}"/>
    <dgm:cxn modelId="{F0C044AA-69F0-4DB9-B8D6-06E8A4DFB07E}" srcId="{4626F2A7-EA22-4B42-8854-1DA1A9FBAECA}" destId="{53F731BC-6E50-4EE2-A815-63C8A2F16DF4}" srcOrd="0" destOrd="0" parTransId="{FD1E2C74-F3A9-4015-8887-9F25D6A8DF3D}" sibTransId="{6DE458BF-30C8-4D64-9E86-6647696585EF}"/>
    <dgm:cxn modelId="{9AA291AE-DF5C-4400-B8CC-0616B61B5B8C}" type="presOf" srcId="{B1FD3B3D-3EF2-4FED-B165-13B642FD570B}" destId="{1A4C850A-4E43-43CE-93D9-BF3BE713EE6D}" srcOrd="0" destOrd="0" presId="urn:microsoft.com/office/officeart/2016/7/layout/ChevronBlockProcess"/>
    <dgm:cxn modelId="{FEBB4FB8-9CD9-4740-99FE-6D62456628FE}" type="presOf" srcId="{33292D0A-52C5-413B-A0AB-95CDC844BFF7}" destId="{5C358CD8-4DAC-40AE-BBF4-DECED0363D4D}" srcOrd="0" destOrd="0" presId="urn:microsoft.com/office/officeart/2016/7/layout/ChevronBlockProcess"/>
    <dgm:cxn modelId="{EE1FE9C8-CDAF-460E-BFEF-F2CC52DE753A}" srcId="{33292D0A-52C5-413B-A0AB-95CDC844BFF7}" destId="{4626F2A7-EA22-4B42-8854-1DA1A9FBAECA}" srcOrd="0" destOrd="0" parTransId="{ED05B061-C043-4733-B1F4-6DAF5170EC61}" sibTransId="{A63C5A22-38F7-4F3C-9392-DE74CAB905D4}"/>
    <dgm:cxn modelId="{7798A5CF-8F80-411A-BB73-F114D116EBF9}" srcId="{6DE3B067-C094-40CF-AEA0-154711CE55C8}" destId="{AF7192CB-BD95-434E-94CC-43E5BF7746C4}" srcOrd="0" destOrd="0" parTransId="{1AA7B892-EE10-463E-9D5C-2B54629872AD}" sibTransId="{5FB495DC-A1FB-4470-B9E0-84DBBEA156AA}"/>
    <dgm:cxn modelId="{CBD48E49-9EAF-4219-98DE-A5443CE69E7E}" type="presParOf" srcId="{5C358CD8-4DAC-40AE-BBF4-DECED0363D4D}" destId="{EDB609F6-49B3-4ABF-B623-16725D04F7A7}" srcOrd="0" destOrd="0" presId="urn:microsoft.com/office/officeart/2016/7/layout/ChevronBlockProcess"/>
    <dgm:cxn modelId="{68300731-E775-481D-9AC2-117BCF7661DF}" type="presParOf" srcId="{EDB609F6-49B3-4ABF-B623-16725D04F7A7}" destId="{85EC9527-2D29-46AF-B41D-B287340FD1D1}" srcOrd="0" destOrd="0" presId="urn:microsoft.com/office/officeart/2016/7/layout/ChevronBlockProcess"/>
    <dgm:cxn modelId="{ADF67D7E-B406-4F23-9C25-9D20C504CA95}" type="presParOf" srcId="{EDB609F6-49B3-4ABF-B623-16725D04F7A7}" destId="{57D611DA-4005-4C7C-8AB7-4F4170411998}" srcOrd="1" destOrd="0" presId="urn:microsoft.com/office/officeart/2016/7/layout/ChevronBlockProcess"/>
    <dgm:cxn modelId="{CA347B17-A5DA-4A47-99EA-6F5673E99944}" type="presParOf" srcId="{5C358CD8-4DAC-40AE-BBF4-DECED0363D4D}" destId="{BB1FDB18-05AF-4D67-A954-FCFE26F2F200}" srcOrd="1" destOrd="0" presId="urn:microsoft.com/office/officeart/2016/7/layout/ChevronBlockProcess"/>
    <dgm:cxn modelId="{F7E4B04A-E9C3-4907-83D2-65CBA3023ABF}" type="presParOf" srcId="{5C358CD8-4DAC-40AE-BBF4-DECED0363D4D}" destId="{3A528026-63B4-4D2B-B587-B4564D1F87B3}" srcOrd="2" destOrd="0" presId="urn:microsoft.com/office/officeart/2016/7/layout/ChevronBlockProcess"/>
    <dgm:cxn modelId="{6DA51015-F128-440A-89BE-62510F6EE1CD}" type="presParOf" srcId="{3A528026-63B4-4D2B-B587-B4564D1F87B3}" destId="{A20D5731-228C-4261-A28E-0053175647EE}" srcOrd="0" destOrd="0" presId="urn:microsoft.com/office/officeart/2016/7/layout/ChevronBlockProcess"/>
    <dgm:cxn modelId="{7E15CF79-AC70-4E16-B263-E80323CB1273}" type="presParOf" srcId="{3A528026-63B4-4D2B-B587-B4564D1F87B3}" destId="{E5EF1DC1-DD0F-4AFB-B4DF-A63375480A2D}" srcOrd="1" destOrd="0" presId="urn:microsoft.com/office/officeart/2016/7/layout/ChevronBlockProcess"/>
    <dgm:cxn modelId="{AF3B7733-DEAA-4D07-9C14-EB1B7FBD642E}" type="presParOf" srcId="{5C358CD8-4DAC-40AE-BBF4-DECED0363D4D}" destId="{F62C058E-C91C-40FB-85E0-D9978157FAF6}" srcOrd="3" destOrd="0" presId="urn:microsoft.com/office/officeart/2016/7/layout/ChevronBlockProcess"/>
    <dgm:cxn modelId="{B14AC3BF-E90D-4E34-B9ED-3DCBEC8A910A}" type="presParOf" srcId="{5C358CD8-4DAC-40AE-BBF4-DECED0363D4D}" destId="{B754E735-6242-4F35-911E-B1249B2A15DA}" srcOrd="4" destOrd="0" presId="urn:microsoft.com/office/officeart/2016/7/layout/ChevronBlockProcess"/>
    <dgm:cxn modelId="{93224CA4-9939-4BBB-9CB9-2381AEC6FD15}" type="presParOf" srcId="{B754E735-6242-4F35-911E-B1249B2A15DA}" destId="{50188A75-0FC4-4035-B398-F129EC7FB3AF}" srcOrd="0" destOrd="0" presId="urn:microsoft.com/office/officeart/2016/7/layout/ChevronBlockProcess"/>
    <dgm:cxn modelId="{CF3FB4FE-2672-4D13-B9D9-87C5E927DE57}" type="presParOf" srcId="{B754E735-6242-4F35-911E-B1249B2A15DA}" destId="{1A4C850A-4E43-43CE-93D9-BF3BE713EE6D}"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292D0A-52C5-413B-A0AB-95CDC844BFF7}" type="doc">
      <dgm:prSet loTypeId="urn:microsoft.com/office/officeart/2016/7/layout/ChevronBlockProcess" loCatId="process" qsTypeId="urn:microsoft.com/office/officeart/2005/8/quickstyle/simple5" qsCatId="simple" csTypeId="urn:microsoft.com/office/officeart/2005/8/colors/accent0_3" csCatId="mainScheme" phldr="1"/>
      <dgm:spPr/>
      <dgm:t>
        <a:bodyPr/>
        <a:lstStyle/>
        <a:p>
          <a:endParaRPr lang="it-IT"/>
        </a:p>
      </dgm:t>
    </dgm:pt>
    <dgm:pt modelId="{4626F2A7-EA22-4B42-8854-1DA1A9FBAECA}">
      <dgm:prSet phldrT="[Testo]"/>
      <dgm:spPr/>
      <dgm:t>
        <a:bodyPr/>
        <a:lstStyle/>
        <a:p>
          <a:r>
            <a:rPr lang="it-IT"/>
            <a:t>dispenser</a:t>
          </a:r>
        </a:p>
      </dgm:t>
    </dgm:pt>
    <dgm:pt modelId="{ED05B061-C043-4733-B1F4-6DAF5170EC61}" type="parTrans" cxnId="{EE1FE9C8-CDAF-460E-BFEF-F2CC52DE753A}">
      <dgm:prSet/>
      <dgm:spPr/>
      <dgm:t>
        <a:bodyPr/>
        <a:lstStyle/>
        <a:p>
          <a:endParaRPr lang="it-IT"/>
        </a:p>
      </dgm:t>
    </dgm:pt>
    <dgm:pt modelId="{A63C5A22-38F7-4F3C-9392-DE74CAB905D4}" type="sibTrans" cxnId="{EE1FE9C8-CDAF-460E-BFEF-F2CC52DE753A}">
      <dgm:prSet/>
      <dgm:spPr/>
      <dgm:t>
        <a:bodyPr/>
        <a:lstStyle/>
        <a:p>
          <a:endParaRPr lang="it-IT"/>
        </a:p>
      </dgm:t>
    </dgm:pt>
    <dgm:pt modelId="{6DE3B067-C094-40CF-AEA0-154711CE55C8}">
      <dgm:prSet phldrT="[Testo]" phldr="0"/>
      <dgm:spPr/>
      <dgm:t>
        <a:bodyPr/>
        <a:lstStyle/>
        <a:p>
          <a:r>
            <a:rPr lang="it-IT"/>
            <a:t>Bridge</a:t>
          </a:r>
        </a:p>
      </dgm:t>
    </dgm:pt>
    <dgm:pt modelId="{E22BA759-2852-423A-8B33-E8F7E144CA65}" type="parTrans" cxnId="{BA56F716-EBB1-4EF6-97E0-AE8E624CCBF9}">
      <dgm:prSet/>
      <dgm:spPr/>
      <dgm:t>
        <a:bodyPr/>
        <a:lstStyle/>
        <a:p>
          <a:endParaRPr lang="it-IT"/>
        </a:p>
      </dgm:t>
    </dgm:pt>
    <dgm:pt modelId="{C273FBF6-09C6-45FD-815E-0B11531DE508}" type="sibTrans" cxnId="{BA56F716-EBB1-4EF6-97E0-AE8E624CCBF9}">
      <dgm:prSet/>
      <dgm:spPr/>
      <dgm:t>
        <a:bodyPr/>
        <a:lstStyle/>
        <a:p>
          <a:endParaRPr lang="it-IT"/>
        </a:p>
      </dgm:t>
    </dgm:pt>
    <dgm:pt modelId="{706CE996-FD81-4E48-9900-E434C1D3FD8A}">
      <dgm:prSet phldrT="[Testo]"/>
      <dgm:spPr/>
      <dgm:t>
        <a:bodyPr/>
        <a:lstStyle/>
        <a:p>
          <a:r>
            <a:rPr lang="it-IT"/>
            <a:t>server</a:t>
          </a:r>
        </a:p>
      </dgm:t>
    </dgm:pt>
    <dgm:pt modelId="{A6761346-86F1-4A15-9E2A-647860884D90}" type="parTrans" cxnId="{3E0F8D85-1746-4370-AF17-EE916B1B996C}">
      <dgm:prSet/>
      <dgm:spPr/>
      <dgm:t>
        <a:bodyPr/>
        <a:lstStyle/>
        <a:p>
          <a:endParaRPr lang="it-IT"/>
        </a:p>
      </dgm:t>
    </dgm:pt>
    <dgm:pt modelId="{FC0A14E4-3116-44AA-8227-7B81ACEEB50D}" type="sibTrans" cxnId="{3E0F8D85-1746-4370-AF17-EE916B1B996C}">
      <dgm:prSet/>
      <dgm:spPr/>
      <dgm:t>
        <a:bodyPr/>
        <a:lstStyle/>
        <a:p>
          <a:endParaRPr lang="it-IT"/>
        </a:p>
      </dgm:t>
    </dgm:pt>
    <dgm:pt modelId="{B1FD3B3D-3EF2-4FED-B165-13B642FD570B}">
      <dgm:prSet phldrT="[Testo]"/>
      <dgm:spPr/>
      <dgm:t>
        <a:bodyPr/>
        <a:lstStyle/>
        <a:p>
          <a:r>
            <a:rPr lang="it-IT" err="1"/>
            <a:t>Receives</a:t>
          </a:r>
          <a:r>
            <a:rPr lang="it-IT"/>
            <a:t> the </a:t>
          </a:r>
          <a:r>
            <a:rPr lang="it-IT" err="1"/>
            <a:t>request</a:t>
          </a:r>
          <a:r>
            <a:rPr lang="it-IT"/>
            <a:t> and updates the database</a:t>
          </a:r>
        </a:p>
      </dgm:t>
    </dgm:pt>
    <dgm:pt modelId="{220E4C97-2407-4981-93CD-20580106839A}" type="parTrans" cxnId="{B1EFF961-65C2-46B4-A4F1-AB8B85CF836F}">
      <dgm:prSet/>
      <dgm:spPr/>
      <dgm:t>
        <a:bodyPr/>
        <a:lstStyle/>
        <a:p>
          <a:endParaRPr lang="it-IT"/>
        </a:p>
      </dgm:t>
    </dgm:pt>
    <dgm:pt modelId="{21695AD8-6A4F-4A25-88BA-8949A50D4E4D}" type="sibTrans" cxnId="{B1EFF961-65C2-46B4-A4F1-AB8B85CF836F}">
      <dgm:prSet/>
      <dgm:spPr/>
      <dgm:t>
        <a:bodyPr/>
        <a:lstStyle/>
        <a:p>
          <a:endParaRPr lang="it-IT"/>
        </a:p>
      </dgm:t>
    </dgm:pt>
    <dgm:pt modelId="{08F425E9-598C-460A-B53F-854FD12AA7BA}">
      <dgm:prSet phldrT="[Testo]"/>
      <dgm:spPr/>
      <dgm:t>
        <a:bodyPr/>
        <a:lstStyle/>
        <a:p>
          <a:r>
            <a:rPr lang="en-GB" noProof="0" dirty="0"/>
            <a:t>When an item is purchased or when the dispenser enters in an alert state, a LoRa message will be sent to the bridge containing ID dispenser and information</a:t>
          </a:r>
        </a:p>
      </dgm:t>
    </dgm:pt>
    <dgm:pt modelId="{3BE7075F-0006-4CF0-BD61-29163C260ACF}" type="parTrans" cxnId="{FD213A7E-1A63-4CC4-8813-5AA6ECDF27DC}">
      <dgm:prSet/>
      <dgm:spPr/>
      <dgm:t>
        <a:bodyPr/>
        <a:lstStyle/>
        <a:p>
          <a:endParaRPr lang="it-IT"/>
        </a:p>
      </dgm:t>
    </dgm:pt>
    <dgm:pt modelId="{54DE62FB-BF17-4EEF-960F-BBF6A0A1EAD4}" type="sibTrans" cxnId="{FD213A7E-1A63-4CC4-8813-5AA6ECDF27DC}">
      <dgm:prSet/>
      <dgm:spPr/>
      <dgm:t>
        <a:bodyPr/>
        <a:lstStyle/>
        <a:p>
          <a:endParaRPr lang="it-IT"/>
        </a:p>
      </dgm:t>
    </dgm:pt>
    <dgm:pt modelId="{C6675C08-4F39-4BAE-A647-6F4B4338792F}">
      <dgm:prSet phldrT="[Testo]" phldr="0"/>
      <dgm:spPr/>
      <dgm:t>
        <a:bodyPr/>
        <a:lstStyle/>
        <a:p>
          <a:r>
            <a:rPr lang="it-IT" dirty="0" err="1"/>
            <a:t>Listens</a:t>
          </a:r>
          <a:r>
            <a:rPr lang="it-IT" dirty="0"/>
            <a:t> and </a:t>
          </a:r>
          <a:r>
            <a:rPr lang="it-IT" dirty="0" err="1"/>
            <a:t>receives</a:t>
          </a:r>
          <a:r>
            <a:rPr lang="it-IT" dirty="0"/>
            <a:t> the </a:t>
          </a:r>
          <a:r>
            <a:rPr lang="it-IT" dirty="0" err="1"/>
            <a:t>message</a:t>
          </a:r>
          <a:r>
            <a:rPr lang="it-IT" dirty="0"/>
            <a:t>; after </a:t>
          </a:r>
          <a:r>
            <a:rPr lang="it-IT" dirty="0" err="1"/>
            <a:t>parsing</a:t>
          </a:r>
          <a:r>
            <a:rPr lang="it-IT" dirty="0"/>
            <a:t> the </a:t>
          </a:r>
          <a:r>
            <a:rPr lang="it-IT" dirty="0" err="1"/>
            <a:t>message</a:t>
          </a:r>
          <a:r>
            <a:rPr lang="it-IT" dirty="0"/>
            <a:t>, </a:t>
          </a:r>
          <a:r>
            <a:rPr lang="it-IT" dirty="0" err="1"/>
            <a:t>it</a:t>
          </a:r>
          <a:r>
            <a:rPr lang="it-IT" dirty="0"/>
            <a:t> </a:t>
          </a:r>
          <a:r>
            <a:rPr lang="it-IT" dirty="0" err="1"/>
            <a:t>will</a:t>
          </a:r>
          <a:r>
            <a:rPr lang="it-IT" dirty="0"/>
            <a:t> take the </a:t>
          </a:r>
          <a:r>
            <a:rPr lang="it-IT" dirty="0" err="1"/>
            <a:t>right</a:t>
          </a:r>
          <a:r>
            <a:rPr lang="it-IT" dirty="0"/>
            <a:t> action and </a:t>
          </a:r>
          <a:r>
            <a:rPr lang="it-IT" dirty="0" err="1"/>
            <a:t>notify</a:t>
          </a:r>
          <a:r>
            <a:rPr lang="it-IT" dirty="0"/>
            <a:t> the server </a:t>
          </a:r>
          <a:r>
            <a:rPr lang="it-IT" dirty="0" err="1"/>
            <a:t>through</a:t>
          </a:r>
          <a:r>
            <a:rPr lang="it-IT" dirty="0"/>
            <a:t> HTTP POST or PATCH</a:t>
          </a:r>
        </a:p>
      </dgm:t>
    </dgm:pt>
    <dgm:pt modelId="{CFF4E85A-BD52-43C9-B0F4-028CDE8222D9}" type="parTrans" cxnId="{E7298E97-9E54-4C8C-9A0D-FEEB3349365D}">
      <dgm:prSet/>
      <dgm:spPr/>
      <dgm:t>
        <a:bodyPr/>
        <a:lstStyle/>
        <a:p>
          <a:endParaRPr lang="it-IT"/>
        </a:p>
      </dgm:t>
    </dgm:pt>
    <dgm:pt modelId="{362293C5-E775-4455-89CD-D1C07D914FCD}" type="sibTrans" cxnId="{E7298E97-9E54-4C8C-9A0D-FEEB3349365D}">
      <dgm:prSet/>
      <dgm:spPr/>
      <dgm:t>
        <a:bodyPr/>
        <a:lstStyle/>
        <a:p>
          <a:endParaRPr lang="it-IT"/>
        </a:p>
      </dgm:t>
    </dgm:pt>
    <dgm:pt modelId="{5C358CD8-4DAC-40AE-BBF4-DECED0363D4D}" type="pres">
      <dgm:prSet presAssocID="{33292D0A-52C5-413B-A0AB-95CDC844BFF7}" presName="Name0" presStyleCnt="0">
        <dgm:presLayoutVars>
          <dgm:dir/>
          <dgm:animLvl val="lvl"/>
          <dgm:resizeHandles val="exact"/>
        </dgm:presLayoutVars>
      </dgm:prSet>
      <dgm:spPr/>
    </dgm:pt>
    <dgm:pt modelId="{EDB609F6-49B3-4ABF-B623-16725D04F7A7}" type="pres">
      <dgm:prSet presAssocID="{4626F2A7-EA22-4B42-8854-1DA1A9FBAECA}" presName="composite" presStyleCnt="0"/>
      <dgm:spPr/>
    </dgm:pt>
    <dgm:pt modelId="{85EC9527-2D29-46AF-B41D-B287340FD1D1}" type="pres">
      <dgm:prSet presAssocID="{4626F2A7-EA22-4B42-8854-1DA1A9FBAECA}" presName="parTx" presStyleLbl="alignNode1" presStyleIdx="0" presStyleCnt="3">
        <dgm:presLayoutVars>
          <dgm:chMax val="0"/>
          <dgm:chPref val="0"/>
        </dgm:presLayoutVars>
      </dgm:prSet>
      <dgm:spPr/>
    </dgm:pt>
    <dgm:pt modelId="{57D611DA-4005-4C7C-8AB7-4F4170411998}" type="pres">
      <dgm:prSet presAssocID="{4626F2A7-EA22-4B42-8854-1DA1A9FBAECA}" presName="desTx" presStyleLbl="alignAccFollowNode1" presStyleIdx="0" presStyleCnt="3">
        <dgm:presLayoutVars/>
      </dgm:prSet>
      <dgm:spPr/>
    </dgm:pt>
    <dgm:pt modelId="{BB1FDB18-05AF-4D67-A954-FCFE26F2F200}" type="pres">
      <dgm:prSet presAssocID="{A63C5A22-38F7-4F3C-9392-DE74CAB905D4}" presName="space" presStyleCnt="0"/>
      <dgm:spPr/>
    </dgm:pt>
    <dgm:pt modelId="{3A528026-63B4-4D2B-B587-B4564D1F87B3}" type="pres">
      <dgm:prSet presAssocID="{6DE3B067-C094-40CF-AEA0-154711CE55C8}" presName="composite" presStyleCnt="0"/>
      <dgm:spPr/>
    </dgm:pt>
    <dgm:pt modelId="{A20D5731-228C-4261-A28E-0053175647EE}" type="pres">
      <dgm:prSet presAssocID="{6DE3B067-C094-40CF-AEA0-154711CE55C8}" presName="parTx" presStyleLbl="alignNode1" presStyleIdx="1" presStyleCnt="3">
        <dgm:presLayoutVars>
          <dgm:chMax val="0"/>
          <dgm:chPref val="0"/>
        </dgm:presLayoutVars>
      </dgm:prSet>
      <dgm:spPr/>
    </dgm:pt>
    <dgm:pt modelId="{E5EF1DC1-DD0F-4AFB-B4DF-A63375480A2D}" type="pres">
      <dgm:prSet presAssocID="{6DE3B067-C094-40CF-AEA0-154711CE55C8}" presName="desTx" presStyleLbl="alignAccFollowNode1" presStyleIdx="1" presStyleCnt="3">
        <dgm:presLayoutVars/>
      </dgm:prSet>
      <dgm:spPr/>
    </dgm:pt>
    <dgm:pt modelId="{F62C058E-C91C-40FB-85E0-D9978157FAF6}" type="pres">
      <dgm:prSet presAssocID="{C273FBF6-09C6-45FD-815E-0B11531DE508}" presName="space" presStyleCnt="0"/>
      <dgm:spPr/>
    </dgm:pt>
    <dgm:pt modelId="{B754E735-6242-4F35-911E-B1249B2A15DA}" type="pres">
      <dgm:prSet presAssocID="{706CE996-FD81-4E48-9900-E434C1D3FD8A}" presName="composite" presStyleCnt="0"/>
      <dgm:spPr/>
    </dgm:pt>
    <dgm:pt modelId="{50188A75-0FC4-4035-B398-F129EC7FB3AF}" type="pres">
      <dgm:prSet presAssocID="{706CE996-FD81-4E48-9900-E434C1D3FD8A}" presName="parTx" presStyleLbl="alignNode1" presStyleIdx="2" presStyleCnt="3">
        <dgm:presLayoutVars>
          <dgm:chMax val="0"/>
          <dgm:chPref val="0"/>
        </dgm:presLayoutVars>
      </dgm:prSet>
      <dgm:spPr/>
    </dgm:pt>
    <dgm:pt modelId="{1A4C850A-4E43-43CE-93D9-BF3BE713EE6D}" type="pres">
      <dgm:prSet presAssocID="{706CE996-FD81-4E48-9900-E434C1D3FD8A}" presName="desTx" presStyleLbl="alignAccFollowNode1" presStyleIdx="2" presStyleCnt="3">
        <dgm:presLayoutVars/>
      </dgm:prSet>
      <dgm:spPr/>
    </dgm:pt>
  </dgm:ptLst>
  <dgm:cxnLst>
    <dgm:cxn modelId="{BA56F716-EBB1-4EF6-97E0-AE8E624CCBF9}" srcId="{33292D0A-52C5-413B-A0AB-95CDC844BFF7}" destId="{6DE3B067-C094-40CF-AEA0-154711CE55C8}" srcOrd="1" destOrd="0" parTransId="{E22BA759-2852-423A-8B33-E8F7E144CA65}" sibTransId="{C273FBF6-09C6-45FD-815E-0B11531DE508}"/>
    <dgm:cxn modelId="{401EDC3A-7810-49A6-9DB4-5828BBCB4C5E}" type="presOf" srcId="{706CE996-FD81-4E48-9900-E434C1D3FD8A}" destId="{50188A75-0FC4-4035-B398-F129EC7FB3AF}" srcOrd="0" destOrd="0" presId="urn:microsoft.com/office/officeart/2016/7/layout/ChevronBlockProcess"/>
    <dgm:cxn modelId="{B1EFF961-65C2-46B4-A4F1-AB8B85CF836F}" srcId="{706CE996-FD81-4E48-9900-E434C1D3FD8A}" destId="{B1FD3B3D-3EF2-4FED-B165-13B642FD570B}" srcOrd="0" destOrd="0" parTransId="{220E4C97-2407-4981-93CD-20580106839A}" sibTransId="{21695AD8-6A4F-4A25-88BA-8949A50D4E4D}"/>
    <dgm:cxn modelId="{652F4B67-2BFD-47AC-AE64-723FF448F317}" type="presOf" srcId="{6DE3B067-C094-40CF-AEA0-154711CE55C8}" destId="{A20D5731-228C-4261-A28E-0053175647EE}" srcOrd="0" destOrd="0" presId="urn:microsoft.com/office/officeart/2016/7/layout/ChevronBlockProcess"/>
    <dgm:cxn modelId="{4B8A4A79-1796-4C50-9D40-6C74B9EB04C8}" type="presOf" srcId="{08F425E9-598C-460A-B53F-854FD12AA7BA}" destId="{57D611DA-4005-4C7C-8AB7-4F4170411998}" srcOrd="0" destOrd="0" presId="urn:microsoft.com/office/officeart/2016/7/layout/ChevronBlockProcess"/>
    <dgm:cxn modelId="{FD213A7E-1A63-4CC4-8813-5AA6ECDF27DC}" srcId="{4626F2A7-EA22-4B42-8854-1DA1A9FBAECA}" destId="{08F425E9-598C-460A-B53F-854FD12AA7BA}" srcOrd="0" destOrd="0" parTransId="{3BE7075F-0006-4CF0-BD61-29163C260ACF}" sibTransId="{54DE62FB-BF17-4EEF-960F-BBF6A0A1EAD4}"/>
    <dgm:cxn modelId="{3E0F8D85-1746-4370-AF17-EE916B1B996C}" srcId="{33292D0A-52C5-413B-A0AB-95CDC844BFF7}" destId="{706CE996-FD81-4E48-9900-E434C1D3FD8A}" srcOrd="2" destOrd="0" parTransId="{A6761346-86F1-4A15-9E2A-647860884D90}" sibTransId="{FC0A14E4-3116-44AA-8227-7B81ACEEB50D}"/>
    <dgm:cxn modelId="{E7298E97-9E54-4C8C-9A0D-FEEB3349365D}" srcId="{6DE3B067-C094-40CF-AEA0-154711CE55C8}" destId="{C6675C08-4F39-4BAE-A647-6F4B4338792F}" srcOrd="0" destOrd="0" parTransId="{CFF4E85A-BD52-43C9-B0F4-028CDE8222D9}" sibTransId="{362293C5-E775-4455-89CD-D1C07D914FCD}"/>
    <dgm:cxn modelId="{64B80AB6-9719-4F17-8820-92AE0B0DEAED}" type="presOf" srcId="{B1FD3B3D-3EF2-4FED-B165-13B642FD570B}" destId="{1A4C850A-4E43-43CE-93D9-BF3BE713EE6D}" srcOrd="0" destOrd="0" presId="urn:microsoft.com/office/officeart/2016/7/layout/ChevronBlockProcess"/>
    <dgm:cxn modelId="{FEBB4FB8-9CD9-4740-99FE-6D62456628FE}" type="presOf" srcId="{33292D0A-52C5-413B-A0AB-95CDC844BFF7}" destId="{5C358CD8-4DAC-40AE-BBF4-DECED0363D4D}" srcOrd="0" destOrd="0" presId="urn:microsoft.com/office/officeart/2016/7/layout/ChevronBlockProcess"/>
    <dgm:cxn modelId="{362326B9-6DD3-4B9E-AE76-E98AA4BCCEFF}" type="presOf" srcId="{C6675C08-4F39-4BAE-A647-6F4B4338792F}" destId="{E5EF1DC1-DD0F-4AFB-B4DF-A63375480A2D}" srcOrd="0" destOrd="0" presId="urn:microsoft.com/office/officeart/2016/7/layout/ChevronBlockProcess"/>
    <dgm:cxn modelId="{EE1FE9C8-CDAF-460E-BFEF-F2CC52DE753A}" srcId="{33292D0A-52C5-413B-A0AB-95CDC844BFF7}" destId="{4626F2A7-EA22-4B42-8854-1DA1A9FBAECA}" srcOrd="0" destOrd="0" parTransId="{ED05B061-C043-4733-B1F4-6DAF5170EC61}" sibTransId="{A63C5A22-38F7-4F3C-9392-DE74CAB905D4}"/>
    <dgm:cxn modelId="{6372E1D7-D97F-458C-B7B9-301C182DF695}" type="presOf" srcId="{4626F2A7-EA22-4B42-8854-1DA1A9FBAECA}" destId="{85EC9527-2D29-46AF-B41D-B287340FD1D1}" srcOrd="0" destOrd="0" presId="urn:microsoft.com/office/officeart/2016/7/layout/ChevronBlockProcess"/>
    <dgm:cxn modelId="{A77A7025-F54D-4CFF-9C65-F1FECDE73E04}" type="presParOf" srcId="{5C358CD8-4DAC-40AE-BBF4-DECED0363D4D}" destId="{EDB609F6-49B3-4ABF-B623-16725D04F7A7}" srcOrd="0" destOrd="0" presId="urn:microsoft.com/office/officeart/2016/7/layout/ChevronBlockProcess"/>
    <dgm:cxn modelId="{DE439BDB-D42E-4EB7-AAE5-E3853267C66D}" type="presParOf" srcId="{EDB609F6-49B3-4ABF-B623-16725D04F7A7}" destId="{85EC9527-2D29-46AF-B41D-B287340FD1D1}" srcOrd="0" destOrd="0" presId="urn:microsoft.com/office/officeart/2016/7/layout/ChevronBlockProcess"/>
    <dgm:cxn modelId="{79092108-F8B5-42C2-981A-40D7170371D9}" type="presParOf" srcId="{EDB609F6-49B3-4ABF-B623-16725D04F7A7}" destId="{57D611DA-4005-4C7C-8AB7-4F4170411998}" srcOrd="1" destOrd="0" presId="urn:microsoft.com/office/officeart/2016/7/layout/ChevronBlockProcess"/>
    <dgm:cxn modelId="{B03F26B7-57A2-44E8-9365-CEDCD2350938}" type="presParOf" srcId="{5C358CD8-4DAC-40AE-BBF4-DECED0363D4D}" destId="{BB1FDB18-05AF-4D67-A954-FCFE26F2F200}" srcOrd="1" destOrd="0" presId="urn:microsoft.com/office/officeart/2016/7/layout/ChevronBlockProcess"/>
    <dgm:cxn modelId="{F08A8D83-F6B7-4EC1-A3BE-CD0755801DAA}" type="presParOf" srcId="{5C358CD8-4DAC-40AE-BBF4-DECED0363D4D}" destId="{3A528026-63B4-4D2B-B587-B4564D1F87B3}" srcOrd="2" destOrd="0" presId="urn:microsoft.com/office/officeart/2016/7/layout/ChevronBlockProcess"/>
    <dgm:cxn modelId="{39C21541-22EB-4F8A-97F6-BA74BED06610}" type="presParOf" srcId="{3A528026-63B4-4D2B-B587-B4564D1F87B3}" destId="{A20D5731-228C-4261-A28E-0053175647EE}" srcOrd="0" destOrd="0" presId="urn:microsoft.com/office/officeart/2016/7/layout/ChevronBlockProcess"/>
    <dgm:cxn modelId="{3AC443B8-93FF-49BC-AA0B-DEA6773B7E73}" type="presParOf" srcId="{3A528026-63B4-4D2B-B587-B4564D1F87B3}" destId="{E5EF1DC1-DD0F-4AFB-B4DF-A63375480A2D}" srcOrd="1" destOrd="0" presId="urn:microsoft.com/office/officeart/2016/7/layout/ChevronBlockProcess"/>
    <dgm:cxn modelId="{2BD5C10F-2EC5-4DE5-B181-0D5814D50B12}" type="presParOf" srcId="{5C358CD8-4DAC-40AE-BBF4-DECED0363D4D}" destId="{F62C058E-C91C-40FB-85E0-D9978157FAF6}" srcOrd="3" destOrd="0" presId="urn:microsoft.com/office/officeart/2016/7/layout/ChevronBlockProcess"/>
    <dgm:cxn modelId="{486C82F5-E750-433D-817E-08DD04B9CFFB}" type="presParOf" srcId="{5C358CD8-4DAC-40AE-BBF4-DECED0363D4D}" destId="{B754E735-6242-4F35-911E-B1249B2A15DA}" srcOrd="4" destOrd="0" presId="urn:microsoft.com/office/officeart/2016/7/layout/ChevronBlockProcess"/>
    <dgm:cxn modelId="{3B5A96C2-AAEC-43BF-ADC7-2F5654746C32}" type="presParOf" srcId="{B754E735-6242-4F35-911E-B1249B2A15DA}" destId="{50188A75-0FC4-4035-B398-F129EC7FB3AF}" srcOrd="0" destOrd="0" presId="urn:microsoft.com/office/officeart/2016/7/layout/ChevronBlockProcess"/>
    <dgm:cxn modelId="{81B0CD01-F8B3-4301-A08A-CA43738B2F75}" type="presParOf" srcId="{B754E735-6242-4F35-911E-B1249B2A15DA}" destId="{1A4C850A-4E43-43CE-93D9-BF3BE713EE6D}"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57DE578-F3DC-493D-8981-FD2D0D48C3A3}"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it-IT"/>
        </a:p>
      </dgm:t>
    </dgm:pt>
    <dgm:pt modelId="{46AE6441-9199-4123-8FCA-801F4DC9ED37}">
      <dgm:prSet phldrT="[Testo]"/>
      <dgm:spPr/>
      <dgm:t>
        <a:bodyPr/>
        <a:lstStyle/>
        <a:p>
          <a:pPr>
            <a:lnSpc>
              <a:spcPct val="100000"/>
            </a:lnSpc>
            <a:defRPr b="1"/>
          </a:pPr>
          <a:r>
            <a:rPr lang="it-IT" dirty="0">
              <a:latin typeface="Aptos Display" panose="02110004020202020204"/>
            </a:rPr>
            <a:t>Micro-controller</a:t>
          </a:r>
          <a:endParaRPr lang="it-IT" dirty="0"/>
        </a:p>
      </dgm:t>
    </dgm:pt>
    <dgm:pt modelId="{D57E0175-9F4E-4F39-9A72-5BE712F18D70}" type="parTrans" cxnId="{7360776E-7AF6-4CDD-8F55-C20A99A24A8B}">
      <dgm:prSet/>
      <dgm:spPr/>
      <dgm:t>
        <a:bodyPr/>
        <a:lstStyle/>
        <a:p>
          <a:endParaRPr lang="it-IT"/>
        </a:p>
      </dgm:t>
    </dgm:pt>
    <dgm:pt modelId="{D19A881A-E915-48FC-A925-36E6062DE4B1}" type="sibTrans" cxnId="{7360776E-7AF6-4CDD-8F55-C20A99A24A8B}">
      <dgm:prSet/>
      <dgm:spPr/>
      <dgm:t>
        <a:bodyPr/>
        <a:lstStyle/>
        <a:p>
          <a:endParaRPr lang="it-IT"/>
        </a:p>
      </dgm:t>
    </dgm:pt>
    <dgm:pt modelId="{B0CE9D7F-98CC-4A4C-8377-38805A1229D3}">
      <dgm:prSet phldrT="[Testo]" phldr="0"/>
      <dgm:spPr/>
      <dgm:t>
        <a:bodyPr/>
        <a:lstStyle/>
        <a:p>
          <a:pPr>
            <a:lnSpc>
              <a:spcPct val="100000"/>
            </a:lnSpc>
          </a:pPr>
          <a:r>
            <a:rPr lang="it-IT" err="1"/>
            <a:t>Dht_nonblockng</a:t>
          </a:r>
          <a:endParaRPr lang="it-IT"/>
        </a:p>
      </dgm:t>
    </dgm:pt>
    <dgm:pt modelId="{9962581F-9BE6-44BC-B838-E1BC93D0D6F2}" type="parTrans" cxnId="{5548B7DF-B5B5-40FF-834C-F628AB42523B}">
      <dgm:prSet/>
      <dgm:spPr/>
      <dgm:t>
        <a:bodyPr/>
        <a:lstStyle/>
        <a:p>
          <a:endParaRPr lang="it-IT"/>
        </a:p>
      </dgm:t>
    </dgm:pt>
    <dgm:pt modelId="{E67D8D0E-1892-4A10-991A-839D6092AFC2}" type="sibTrans" cxnId="{5548B7DF-B5B5-40FF-834C-F628AB42523B}">
      <dgm:prSet/>
      <dgm:spPr/>
      <dgm:t>
        <a:bodyPr/>
        <a:lstStyle/>
        <a:p>
          <a:endParaRPr lang="it-IT"/>
        </a:p>
      </dgm:t>
    </dgm:pt>
    <dgm:pt modelId="{B1A3D81C-C152-4F90-A6CB-0834E5855A76}">
      <dgm:prSet phldrT="[Testo]"/>
      <dgm:spPr/>
      <dgm:t>
        <a:bodyPr/>
        <a:lstStyle/>
        <a:p>
          <a:pPr>
            <a:lnSpc>
              <a:spcPct val="100000"/>
            </a:lnSpc>
          </a:pPr>
          <a:r>
            <a:rPr lang="it-IT" dirty="0"/>
            <a:t>Lora_E220</a:t>
          </a:r>
        </a:p>
      </dgm:t>
    </dgm:pt>
    <dgm:pt modelId="{6BAB6F93-5FA9-4B61-AD6F-60F03D953B35}" type="parTrans" cxnId="{DC9358E2-E3DF-4369-93EB-211731C86CFB}">
      <dgm:prSet/>
      <dgm:spPr/>
      <dgm:t>
        <a:bodyPr/>
        <a:lstStyle/>
        <a:p>
          <a:endParaRPr lang="it-IT"/>
        </a:p>
      </dgm:t>
    </dgm:pt>
    <dgm:pt modelId="{50B13C91-FF1D-445B-A3E5-59C09C7C9F1F}" type="sibTrans" cxnId="{DC9358E2-E3DF-4369-93EB-211731C86CFB}">
      <dgm:prSet/>
      <dgm:spPr/>
      <dgm:t>
        <a:bodyPr/>
        <a:lstStyle/>
        <a:p>
          <a:endParaRPr lang="it-IT"/>
        </a:p>
      </dgm:t>
    </dgm:pt>
    <dgm:pt modelId="{FD80BDB8-DB51-4A46-B62B-6577BD122413}">
      <dgm:prSet phldrT="[Testo]" phldr="0"/>
      <dgm:spPr/>
      <dgm:t>
        <a:bodyPr/>
        <a:lstStyle/>
        <a:p>
          <a:pPr>
            <a:lnSpc>
              <a:spcPct val="100000"/>
            </a:lnSpc>
            <a:defRPr b="1"/>
          </a:pPr>
          <a:r>
            <a:rPr lang="it-IT" dirty="0"/>
            <a:t>bridge</a:t>
          </a:r>
        </a:p>
      </dgm:t>
    </dgm:pt>
    <dgm:pt modelId="{BEF2E9C3-1E36-41EC-8003-074F87B7DECC}" type="parTrans" cxnId="{2C8D6103-D92A-43F4-A811-90A77D4F7A8E}">
      <dgm:prSet/>
      <dgm:spPr/>
      <dgm:t>
        <a:bodyPr/>
        <a:lstStyle/>
        <a:p>
          <a:endParaRPr lang="it-IT"/>
        </a:p>
      </dgm:t>
    </dgm:pt>
    <dgm:pt modelId="{4A04D4B8-BA68-4DDD-8ABD-733B6AFC1A67}" type="sibTrans" cxnId="{2C8D6103-D92A-43F4-A811-90A77D4F7A8E}">
      <dgm:prSet/>
      <dgm:spPr/>
      <dgm:t>
        <a:bodyPr/>
        <a:lstStyle/>
        <a:p>
          <a:endParaRPr lang="it-IT"/>
        </a:p>
      </dgm:t>
    </dgm:pt>
    <dgm:pt modelId="{65F11B62-BCD4-4F17-849F-400BFCE49951}">
      <dgm:prSet phldrT="[Testo]" phldr="0"/>
      <dgm:spPr/>
      <dgm:t>
        <a:bodyPr/>
        <a:lstStyle/>
        <a:p>
          <a:pPr>
            <a:lnSpc>
              <a:spcPct val="100000"/>
            </a:lnSpc>
          </a:pPr>
          <a:r>
            <a:rPr lang="it-IT" err="1"/>
            <a:t>asyncIO</a:t>
          </a:r>
          <a:endParaRPr lang="it-IT"/>
        </a:p>
      </dgm:t>
    </dgm:pt>
    <dgm:pt modelId="{E89F0D40-8900-4DD5-BEE5-FC48D76853DB}" type="parTrans" cxnId="{C41FA716-182F-4C98-B28B-1E85AB904240}">
      <dgm:prSet/>
      <dgm:spPr/>
      <dgm:t>
        <a:bodyPr/>
        <a:lstStyle/>
        <a:p>
          <a:endParaRPr lang="it-IT"/>
        </a:p>
      </dgm:t>
    </dgm:pt>
    <dgm:pt modelId="{D7006064-A267-44CD-BD1C-9E827336CBC6}" type="sibTrans" cxnId="{C41FA716-182F-4C98-B28B-1E85AB904240}">
      <dgm:prSet/>
      <dgm:spPr/>
      <dgm:t>
        <a:bodyPr/>
        <a:lstStyle/>
        <a:p>
          <a:endParaRPr lang="it-IT"/>
        </a:p>
      </dgm:t>
    </dgm:pt>
    <dgm:pt modelId="{16B61BD2-8CB2-47BF-BFD0-A4EBDE189FEA}">
      <dgm:prSet phldrT="[Testo]"/>
      <dgm:spPr/>
      <dgm:t>
        <a:bodyPr/>
        <a:lstStyle/>
        <a:p>
          <a:pPr>
            <a:lnSpc>
              <a:spcPct val="100000"/>
            </a:lnSpc>
          </a:pPr>
          <a:r>
            <a:rPr lang="it-IT" err="1"/>
            <a:t>Uvicorn</a:t>
          </a:r>
          <a:endParaRPr lang="it-IT"/>
        </a:p>
      </dgm:t>
    </dgm:pt>
    <dgm:pt modelId="{A419376B-D092-4AFA-970C-B54ADA493B67}" type="parTrans" cxnId="{A4C9CD30-60F1-4C75-8152-223D323ED30C}">
      <dgm:prSet/>
      <dgm:spPr/>
      <dgm:t>
        <a:bodyPr/>
        <a:lstStyle/>
        <a:p>
          <a:endParaRPr lang="it-IT"/>
        </a:p>
      </dgm:t>
    </dgm:pt>
    <dgm:pt modelId="{9706EC78-56E7-4218-86DC-9A1F8CC9DC3E}" type="sibTrans" cxnId="{A4C9CD30-60F1-4C75-8152-223D323ED30C}">
      <dgm:prSet/>
      <dgm:spPr/>
      <dgm:t>
        <a:bodyPr/>
        <a:lstStyle/>
        <a:p>
          <a:endParaRPr lang="it-IT"/>
        </a:p>
      </dgm:t>
    </dgm:pt>
    <dgm:pt modelId="{E271F989-7941-4D61-AF10-5B9C82BE07F3}">
      <dgm:prSet phldrT="[Testo]" phldr="0"/>
      <dgm:spPr/>
      <dgm:t>
        <a:bodyPr/>
        <a:lstStyle/>
        <a:p>
          <a:pPr>
            <a:lnSpc>
              <a:spcPct val="100000"/>
            </a:lnSpc>
            <a:defRPr b="1"/>
          </a:pPr>
          <a:r>
            <a:rPr lang="it-IT" dirty="0"/>
            <a:t>Server</a:t>
          </a:r>
        </a:p>
      </dgm:t>
    </dgm:pt>
    <dgm:pt modelId="{E9FEB6E0-7FBF-4052-8600-DF453AC220E8}" type="parTrans" cxnId="{06FB6C22-B078-4704-A469-AA7B2B4BEF20}">
      <dgm:prSet/>
      <dgm:spPr/>
      <dgm:t>
        <a:bodyPr/>
        <a:lstStyle/>
        <a:p>
          <a:endParaRPr lang="it-IT"/>
        </a:p>
      </dgm:t>
    </dgm:pt>
    <dgm:pt modelId="{9DE824A5-BDD5-4F0F-B142-390EAC5AF6CF}" type="sibTrans" cxnId="{06FB6C22-B078-4704-A469-AA7B2B4BEF20}">
      <dgm:prSet/>
      <dgm:spPr/>
      <dgm:t>
        <a:bodyPr/>
        <a:lstStyle/>
        <a:p>
          <a:endParaRPr lang="it-IT"/>
        </a:p>
      </dgm:t>
    </dgm:pt>
    <dgm:pt modelId="{ACEF81D7-E636-4DAF-9CA2-DF39D74F600D}">
      <dgm:prSet phldrT="[Testo]"/>
      <dgm:spPr/>
      <dgm:t>
        <a:bodyPr/>
        <a:lstStyle/>
        <a:p>
          <a:pPr>
            <a:lnSpc>
              <a:spcPct val="100000"/>
            </a:lnSpc>
          </a:pPr>
          <a:r>
            <a:rPr lang="it-IT" err="1"/>
            <a:t>FastAPI</a:t>
          </a:r>
          <a:endParaRPr lang="it-IT"/>
        </a:p>
      </dgm:t>
    </dgm:pt>
    <dgm:pt modelId="{1858810E-4D99-4EE0-86C4-31ABE066D0C8}" type="parTrans" cxnId="{C19659F6-0743-4676-83CF-390575C331D9}">
      <dgm:prSet/>
      <dgm:spPr/>
      <dgm:t>
        <a:bodyPr/>
        <a:lstStyle/>
        <a:p>
          <a:endParaRPr lang="it-IT"/>
        </a:p>
      </dgm:t>
    </dgm:pt>
    <dgm:pt modelId="{517A192A-200C-4EDA-83FF-94719717EDD5}" type="sibTrans" cxnId="{C19659F6-0743-4676-83CF-390575C331D9}">
      <dgm:prSet/>
      <dgm:spPr/>
      <dgm:t>
        <a:bodyPr/>
        <a:lstStyle/>
        <a:p>
          <a:endParaRPr lang="it-IT"/>
        </a:p>
      </dgm:t>
    </dgm:pt>
    <dgm:pt modelId="{847EB8A9-4C08-46FA-ACD0-F1C778BE8FD6}">
      <dgm:prSet phldrT="[Testo]" phldr="0"/>
      <dgm:spPr/>
      <dgm:t>
        <a:bodyPr/>
        <a:lstStyle/>
        <a:p>
          <a:pPr>
            <a:lnSpc>
              <a:spcPct val="100000"/>
            </a:lnSpc>
          </a:pPr>
          <a:r>
            <a:rPr lang="it-IT" dirty="0"/>
            <a:t>Django</a:t>
          </a:r>
        </a:p>
      </dgm:t>
    </dgm:pt>
    <dgm:pt modelId="{F514C011-EDE1-4AB6-80AC-DA5D7CEF6C8D}" type="parTrans" cxnId="{3B862C44-B903-4D13-A841-456BA72F30CD}">
      <dgm:prSet/>
      <dgm:spPr/>
      <dgm:t>
        <a:bodyPr/>
        <a:lstStyle/>
        <a:p>
          <a:endParaRPr lang="it-IT"/>
        </a:p>
      </dgm:t>
    </dgm:pt>
    <dgm:pt modelId="{14FB44DF-BA5B-43EA-9D83-D5F2129E0952}" type="sibTrans" cxnId="{3B862C44-B903-4D13-A841-456BA72F30CD}">
      <dgm:prSet/>
      <dgm:spPr/>
      <dgm:t>
        <a:bodyPr/>
        <a:lstStyle/>
        <a:p>
          <a:endParaRPr lang="it-IT"/>
        </a:p>
      </dgm:t>
    </dgm:pt>
    <dgm:pt modelId="{4148D847-1DFA-4659-BE70-228B41FA7BA2}">
      <dgm:prSet phldrT="[Testo]" phldr="0"/>
      <dgm:spPr/>
      <dgm:t>
        <a:bodyPr/>
        <a:lstStyle/>
        <a:p>
          <a:pPr>
            <a:lnSpc>
              <a:spcPct val="100000"/>
            </a:lnSpc>
          </a:pPr>
          <a:r>
            <a:rPr lang="it-IT" dirty="0" err="1"/>
            <a:t>Folium</a:t>
          </a:r>
          <a:r>
            <a:rPr lang="it-IT" dirty="0"/>
            <a:t> (</a:t>
          </a:r>
          <a:r>
            <a:rPr lang="it-IT" dirty="0" err="1"/>
            <a:t>openStreeMap</a:t>
          </a:r>
          <a:r>
            <a:rPr lang="it-IT" dirty="0"/>
            <a:t>)</a:t>
          </a:r>
        </a:p>
      </dgm:t>
    </dgm:pt>
    <dgm:pt modelId="{958E0223-D2A7-47D8-8312-C713E5B3656B}" type="parTrans" cxnId="{41BEF90F-E4E3-4E42-931B-4826B35F6AD7}">
      <dgm:prSet/>
      <dgm:spPr/>
      <dgm:t>
        <a:bodyPr/>
        <a:lstStyle/>
        <a:p>
          <a:endParaRPr lang="it-IT"/>
        </a:p>
      </dgm:t>
    </dgm:pt>
    <dgm:pt modelId="{9E0ED19A-64D3-453B-865C-83B9A1AE3BC4}" type="sibTrans" cxnId="{41BEF90F-E4E3-4E42-931B-4826B35F6AD7}">
      <dgm:prSet/>
      <dgm:spPr/>
      <dgm:t>
        <a:bodyPr/>
        <a:lstStyle/>
        <a:p>
          <a:endParaRPr lang="it-IT"/>
        </a:p>
      </dgm:t>
    </dgm:pt>
    <dgm:pt modelId="{9E840034-D7FF-4A30-B77C-F356130B22CA}">
      <dgm:prSet phldrT="[Testo]" phldr="0"/>
      <dgm:spPr/>
      <dgm:t>
        <a:bodyPr/>
        <a:lstStyle/>
        <a:p>
          <a:pPr>
            <a:lnSpc>
              <a:spcPct val="100000"/>
            </a:lnSpc>
          </a:pPr>
          <a:r>
            <a:rPr lang="it-IT" err="1"/>
            <a:t>REST_framework</a:t>
          </a:r>
          <a:endParaRPr lang="it-IT"/>
        </a:p>
      </dgm:t>
    </dgm:pt>
    <dgm:pt modelId="{32C63687-128B-4F76-B5B6-0AA37F252287}" type="parTrans" cxnId="{E7004287-589D-4208-9985-99B4BC9CD000}">
      <dgm:prSet/>
      <dgm:spPr/>
      <dgm:t>
        <a:bodyPr/>
        <a:lstStyle/>
        <a:p>
          <a:endParaRPr lang="it-IT"/>
        </a:p>
      </dgm:t>
    </dgm:pt>
    <dgm:pt modelId="{73C09ED6-38D7-440C-B0FD-3317F25066CC}" type="sibTrans" cxnId="{E7004287-589D-4208-9985-99B4BC9CD000}">
      <dgm:prSet/>
      <dgm:spPr/>
      <dgm:t>
        <a:bodyPr/>
        <a:lstStyle/>
        <a:p>
          <a:endParaRPr lang="it-IT"/>
        </a:p>
      </dgm:t>
    </dgm:pt>
    <dgm:pt modelId="{97BB7B0D-F1DF-42BA-BC97-E9517A788702}">
      <dgm:prSet phldrT="[Testo]"/>
      <dgm:spPr/>
      <dgm:t>
        <a:bodyPr/>
        <a:lstStyle/>
        <a:p>
          <a:pPr>
            <a:lnSpc>
              <a:spcPct val="100000"/>
            </a:lnSpc>
          </a:pPr>
          <a:r>
            <a:rPr lang="it-IT" err="1"/>
            <a:t>Httpx</a:t>
          </a:r>
          <a:endParaRPr lang="it-IT"/>
        </a:p>
      </dgm:t>
    </dgm:pt>
    <dgm:pt modelId="{D702B349-11A6-47CE-879D-70AC5DB7094A}" type="parTrans" cxnId="{8E81DCC9-CD35-448F-8E53-BE1A1A9D92CC}">
      <dgm:prSet/>
      <dgm:spPr/>
      <dgm:t>
        <a:bodyPr/>
        <a:lstStyle/>
        <a:p>
          <a:endParaRPr lang="it-IT"/>
        </a:p>
      </dgm:t>
    </dgm:pt>
    <dgm:pt modelId="{A4381E0C-1123-4A72-99AC-F23F4B20CCEB}" type="sibTrans" cxnId="{8E81DCC9-CD35-448F-8E53-BE1A1A9D92CC}">
      <dgm:prSet/>
      <dgm:spPr/>
      <dgm:t>
        <a:bodyPr/>
        <a:lstStyle/>
        <a:p>
          <a:endParaRPr lang="it-IT"/>
        </a:p>
      </dgm:t>
    </dgm:pt>
    <dgm:pt modelId="{5FFD1316-297C-4331-85D8-993063AA3E7A}">
      <dgm:prSet phldrT="[Testo]"/>
      <dgm:spPr/>
      <dgm:t>
        <a:bodyPr/>
        <a:lstStyle/>
        <a:p>
          <a:pPr>
            <a:lnSpc>
              <a:spcPct val="100000"/>
            </a:lnSpc>
          </a:pPr>
          <a:r>
            <a:rPr lang="it-IT" dirty="0"/>
            <a:t>Lora_e220</a:t>
          </a:r>
        </a:p>
      </dgm:t>
    </dgm:pt>
    <dgm:pt modelId="{3D44EB1C-7D13-4268-8E1C-F8EAF722D767}" type="parTrans" cxnId="{E53D748D-B217-42EB-80DC-CD42BC73C293}">
      <dgm:prSet/>
      <dgm:spPr/>
      <dgm:t>
        <a:bodyPr/>
        <a:lstStyle/>
        <a:p>
          <a:endParaRPr lang="it-IT"/>
        </a:p>
      </dgm:t>
    </dgm:pt>
    <dgm:pt modelId="{549EE0B5-D6DA-4949-BEDC-2769F6FE9D45}" type="sibTrans" cxnId="{E53D748D-B217-42EB-80DC-CD42BC73C293}">
      <dgm:prSet/>
      <dgm:spPr/>
      <dgm:t>
        <a:bodyPr/>
        <a:lstStyle/>
        <a:p>
          <a:endParaRPr lang="it-IT"/>
        </a:p>
      </dgm:t>
    </dgm:pt>
    <dgm:pt modelId="{E6C4FBB5-D065-415D-A926-AB383120B069}">
      <dgm:prSet phldrT="[Testo]"/>
      <dgm:spPr/>
      <dgm:t>
        <a:bodyPr/>
        <a:lstStyle/>
        <a:p>
          <a:pPr>
            <a:lnSpc>
              <a:spcPct val="100000"/>
            </a:lnSpc>
          </a:pPr>
          <a:r>
            <a:rPr lang="it-IT" dirty="0"/>
            <a:t>Pitches</a:t>
          </a:r>
        </a:p>
      </dgm:t>
    </dgm:pt>
    <dgm:pt modelId="{396CA88B-7750-4C6C-9C55-9BBFCD9C9C85}" type="parTrans" cxnId="{893D110F-4DD0-49EB-B253-B48D29141BEA}">
      <dgm:prSet/>
      <dgm:spPr/>
      <dgm:t>
        <a:bodyPr/>
        <a:lstStyle/>
        <a:p>
          <a:endParaRPr lang="it-IT"/>
        </a:p>
      </dgm:t>
    </dgm:pt>
    <dgm:pt modelId="{38FF09D3-EA7C-45AD-B01E-B1CAADADC160}" type="sibTrans" cxnId="{893D110F-4DD0-49EB-B253-B48D29141BEA}">
      <dgm:prSet/>
      <dgm:spPr/>
      <dgm:t>
        <a:bodyPr/>
        <a:lstStyle/>
        <a:p>
          <a:endParaRPr lang="it-IT"/>
        </a:p>
      </dgm:t>
    </dgm:pt>
    <dgm:pt modelId="{413A2E25-27F9-4B59-9570-6AD17BB4525F}">
      <dgm:prSet phldrT="[Testo]"/>
      <dgm:spPr/>
      <dgm:t>
        <a:bodyPr/>
        <a:lstStyle/>
        <a:p>
          <a:pPr>
            <a:lnSpc>
              <a:spcPct val="100000"/>
            </a:lnSpc>
          </a:pPr>
          <a:r>
            <a:rPr lang="it-IT" dirty="0"/>
            <a:t>LiquidCrystalI2C</a:t>
          </a:r>
        </a:p>
      </dgm:t>
    </dgm:pt>
    <dgm:pt modelId="{91CE9EAD-9A9C-4D81-9206-A999B25E8CCB}" type="parTrans" cxnId="{2A0A2704-DD0D-4547-86E1-6396CC6D88A1}">
      <dgm:prSet/>
      <dgm:spPr/>
      <dgm:t>
        <a:bodyPr/>
        <a:lstStyle/>
        <a:p>
          <a:endParaRPr lang="it-IT"/>
        </a:p>
      </dgm:t>
    </dgm:pt>
    <dgm:pt modelId="{4C655C9F-3B6A-4C11-A26E-1D2F7888F221}" type="sibTrans" cxnId="{2A0A2704-DD0D-4547-86E1-6396CC6D88A1}">
      <dgm:prSet/>
      <dgm:spPr/>
      <dgm:t>
        <a:bodyPr/>
        <a:lstStyle/>
        <a:p>
          <a:endParaRPr lang="it-IT"/>
        </a:p>
      </dgm:t>
    </dgm:pt>
    <dgm:pt modelId="{FB94EA5C-DBB1-4DE6-ADF0-EA4764C22F25}">
      <dgm:prSet phldrT="[Testo]"/>
      <dgm:spPr/>
      <dgm:t>
        <a:bodyPr/>
        <a:lstStyle/>
        <a:p>
          <a:pPr>
            <a:lnSpc>
              <a:spcPct val="100000"/>
            </a:lnSpc>
          </a:pPr>
          <a:r>
            <a:rPr lang="it-IT" dirty="0"/>
            <a:t>SPI</a:t>
          </a:r>
        </a:p>
      </dgm:t>
    </dgm:pt>
    <dgm:pt modelId="{6CC4F01B-9D59-4C1A-96C4-C90EDD6AE0CA}" type="parTrans" cxnId="{7A12854C-98BB-4BD6-A0A3-D877D85ACA6E}">
      <dgm:prSet/>
      <dgm:spPr/>
      <dgm:t>
        <a:bodyPr/>
        <a:lstStyle/>
        <a:p>
          <a:endParaRPr lang="it-IT"/>
        </a:p>
      </dgm:t>
    </dgm:pt>
    <dgm:pt modelId="{5BD232DD-9558-4059-913B-A0A3B0E015DC}" type="sibTrans" cxnId="{7A12854C-98BB-4BD6-A0A3-D877D85ACA6E}">
      <dgm:prSet/>
      <dgm:spPr/>
      <dgm:t>
        <a:bodyPr/>
        <a:lstStyle/>
        <a:p>
          <a:endParaRPr lang="it-IT"/>
        </a:p>
      </dgm:t>
    </dgm:pt>
    <dgm:pt modelId="{A4416AF1-92C8-4BC5-BFDA-1DF5383BE5D9}">
      <dgm:prSet phldrT="[Testo]"/>
      <dgm:spPr/>
      <dgm:t>
        <a:bodyPr/>
        <a:lstStyle/>
        <a:p>
          <a:pPr>
            <a:lnSpc>
              <a:spcPct val="100000"/>
            </a:lnSpc>
          </a:pPr>
          <a:r>
            <a:rPr lang="it-IT" dirty="0" err="1"/>
            <a:t>IRremote</a:t>
          </a:r>
          <a:endParaRPr lang="it-IT" dirty="0"/>
        </a:p>
      </dgm:t>
    </dgm:pt>
    <dgm:pt modelId="{427ECF77-0BE0-42FF-9318-2A2C188BB98C}" type="parTrans" cxnId="{563053AC-D692-48F7-AC94-74BA7B43A1A1}">
      <dgm:prSet/>
      <dgm:spPr/>
      <dgm:t>
        <a:bodyPr/>
        <a:lstStyle/>
        <a:p>
          <a:endParaRPr lang="it-IT"/>
        </a:p>
      </dgm:t>
    </dgm:pt>
    <dgm:pt modelId="{2700A3CE-2DBD-4E64-8613-ECD198B21DF0}" type="sibTrans" cxnId="{563053AC-D692-48F7-AC94-74BA7B43A1A1}">
      <dgm:prSet/>
      <dgm:spPr/>
      <dgm:t>
        <a:bodyPr/>
        <a:lstStyle/>
        <a:p>
          <a:endParaRPr lang="it-IT"/>
        </a:p>
      </dgm:t>
    </dgm:pt>
    <dgm:pt modelId="{4B3B7648-FF3C-433D-9A67-5B36BF7C0A59}" type="pres">
      <dgm:prSet presAssocID="{257DE578-F3DC-493D-8981-FD2D0D48C3A3}" presName="root" presStyleCnt="0">
        <dgm:presLayoutVars>
          <dgm:dir/>
          <dgm:resizeHandles val="exact"/>
        </dgm:presLayoutVars>
      </dgm:prSet>
      <dgm:spPr/>
    </dgm:pt>
    <dgm:pt modelId="{32D0BAD0-A6D5-4B47-AB82-0FBC9BC757E8}" type="pres">
      <dgm:prSet presAssocID="{46AE6441-9199-4123-8FCA-801F4DC9ED37}" presName="compNode" presStyleCnt="0"/>
      <dgm:spPr/>
    </dgm:pt>
    <dgm:pt modelId="{0766FF1F-ABE4-4201-84D6-58E48C7E5EA0}" type="pres">
      <dgm:prSet presAssocID="{46AE6441-9199-4123-8FCA-801F4DC9ED37}" presName="iconRect" presStyleLbl="node1" presStyleIdx="0" presStyleCnt="3"/>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Game controller"/>
        </a:ext>
      </dgm:extLst>
    </dgm:pt>
    <dgm:pt modelId="{2C1CD3B1-1CA7-4D95-B50F-310568F6354D}" type="pres">
      <dgm:prSet presAssocID="{46AE6441-9199-4123-8FCA-801F4DC9ED37}" presName="iconSpace" presStyleCnt="0"/>
      <dgm:spPr/>
    </dgm:pt>
    <dgm:pt modelId="{72413DD0-672D-4105-BC6E-5BCCC5B68FB1}" type="pres">
      <dgm:prSet presAssocID="{46AE6441-9199-4123-8FCA-801F4DC9ED37}" presName="parTx" presStyleLbl="revTx" presStyleIdx="0" presStyleCnt="6">
        <dgm:presLayoutVars>
          <dgm:chMax val="0"/>
          <dgm:chPref val="0"/>
        </dgm:presLayoutVars>
      </dgm:prSet>
      <dgm:spPr/>
    </dgm:pt>
    <dgm:pt modelId="{1620FFE4-3702-4E5A-BAD7-E21DF1EA74EA}" type="pres">
      <dgm:prSet presAssocID="{46AE6441-9199-4123-8FCA-801F4DC9ED37}" presName="txSpace" presStyleCnt="0"/>
      <dgm:spPr/>
    </dgm:pt>
    <dgm:pt modelId="{DFD336BF-A856-4F0A-B7A0-AEF4EC33710E}" type="pres">
      <dgm:prSet presAssocID="{46AE6441-9199-4123-8FCA-801F4DC9ED37}" presName="desTx" presStyleLbl="revTx" presStyleIdx="1" presStyleCnt="6">
        <dgm:presLayoutVars/>
      </dgm:prSet>
      <dgm:spPr/>
    </dgm:pt>
    <dgm:pt modelId="{38C1FF47-DB8E-4E72-9C7E-627BE778B4E4}" type="pres">
      <dgm:prSet presAssocID="{D19A881A-E915-48FC-A925-36E6062DE4B1}" presName="sibTrans" presStyleCnt="0"/>
      <dgm:spPr/>
    </dgm:pt>
    <dgm:pt modelId="{460BE1E9-6E93-48B6-915B-120989F2904D}" type="pres">
      <dgm:prSet presAssocID="{FD80BDB8-DB51-4A46-B62B-6577BD122413}" presName="compNode" presStyleCnt="0"/>
      <dgm:spPr/>
    </dgm:pt>
    <dgm:pt modelId="{1B2E27E6-EAAD-4268-981C-A0098B551B31}" type="pres">
      <dgm:prSet presAssocID="{FD80BDB8-DB51-4A46-B62B-6577BD122413}" presName="iconRect" presStyleLbl="node1" presStyleIdx="1" presStyleCnt="3" custLinFactNeighborX="-1050" custLinFactNeighborY="3850"/>
      <dgm:spPr>
        <a:blipFill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Bridge scene"/>
        </a:ext>
      </dgm:extLst>
    </dgm:pt>
    <dgm:pt modelId="{6C7E5DDB-AD7B-4961-90DD-C129076CAFBD}" type="pres">
      <dgm:prSet presAssocID="{FD80BDB8-DB51-4A46-B62B-6577BD122413}" presName="iconSpace" presStyleCnt="0"/>
      <dgm:spPr/>
    </dgm:pt>
    <dgm:pt modelId="{D5121376-0EB8-4E7E-9433-DFE4FD402409}" type="pres">
      <dgm:prSet presAssocID="{FD80BDB8-DB51-4A46-B62B-6577BD122413}" presName="parTx" presStyleLbl="revTx" presStyleIdx="2" presStyleCnt="6">
        <dgm:presLayoutVars>
          <dgm:chMax val="0"/>
          <dgm:chPref val="0"/>
        </dgm:presLayoutVars>
      </dgm:prSet>
      <dgm:spPr/>
    </dgm:pt>
    <dgm:pt modelId="{DD0DE25A-8366-4A50-B0F0-ADF37B29B72E}" type="pres">
      <dgm:prSet presAssocID="{FD80BDB8-DB51-4A46-B62B-6577BD122413}" presName="txSpace" presStyleCnt="0"/>
      <dgm:spPr/>
    </dgm:pt>
    <dgm:pt modelId="{23DE0880-52F0-4A0C-95F0-345E709FF0F2}" type="pres">
      <dgm:prSet presAssocID="{FD80BDB8-DB51-4A46-B62B-6577BD122413}" presName="desTx" presStyleLbl="revTx" presStyleIdx="3" presStyleCnt="6">
        <dgm:presLayoutVars/>
      </dgm:prSet>
      <dgm:spPr/>
    </dgm:pt>
    <dgm:pt modelId="{1E377816-30A5-4138-A9DA-679080820E92}" type="pres">
      <dgm:prSet presAssocID="{4A04D4B8-BA68-4DDD-8ABD-733B6AFC1A67}" presName="sibTrans" presStyleCnt="0"/>
      <dgm:spPr/>
    </dgm:pt>
    <dgm:pt modelId="{63216441-5509-4EF8-93E6-471EADB6A880}" type="pres">
      <dgm:prSet presAssocID="{E271F989-7941-4D61-AF10-5B9C82BE07F3}" presName="compNode" presStyleCnt="0"/>
      <dgm:spPr/>
    </dgm:pt>
    <dgm:pt modelId="{1574CEC6-0089-46B1-A584-570917FEC251}" type="pres">
      <dgm:prSet presAssocID="{E271F989-7941-4D61-AF10-5B9C82BE07F3}" presName="iconRect" presStyleLbl="node1" presStyleIdx="2" presStyleCnt="3"/>
      <dgm:spPr>
        <a:blipFill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DJ"/>
        </a:ext>
      </dgm:extLst>
    </dgm:pt>
    <dgm:pt modelId="{099F498E-26B3-4DB4-91E6-301D965D9C9D}" type="pres">
      <dgm:prSet presAssocID="{E271F989-7941-4D61-AF10-5B9C82BE07F3}" presName="iconSpace" presStyleCnt="0"/>
      <dgm:spPr/>
    </dgm:pt>
    <dgm:pt modelId="{4D3E415A-13A8-4325-9CEE-7DA38F63835A}" type="pres">
      <dgm:prSet presAssocID="{E271F989-7941-4D61-AF10-5B9C82BE07F3}" presName="parTx" presStyleLbl="revTx" presStyleIdx="4" presStyleCnt="6">
        <dgm:presLayoutVars>
          <dgm:chMax val="0"/>
          <dgm:chPref val="0"/>
        </dgm:presLayoutVars>
      </dgm:prSet>
      <dgm:spPr/>
    </dgm:pt>
    <dgm:pt modelId="{798C5F6C-31CF-4490-B69A-B5A2B3FF8A58}" type="pres">
      <dgm:prSet presAssocID="{E271F989-7941-4D61-AF10-5B9C82BE07F3}" presName="txSpace" presStyleCnt="0"/>
      <dgm:spPr/>
    </dgm:pt>
    <dgm:pt modelId="{C6A6F787-1398-4CA6-9D7E-CA7A60C5234D}" type="pres">
      <dgm:prSet presAssocID="{E271F989-7941-4D61-AF10-5B9C82BE07F3}" presName="desTx" presStyleLbl="revTx" presStyleIdx="5" presStyleCnt="6">
        <dgm:presLayoutVars/>
      </dgm:prSet>
      <dgm:spPr/>
    </dgm:pt>
  </dgm:ptLst>
  <dgm:cxnLst>
    <dgm:cxn modelId="{2C8D6103-D92A-43F4-A811-90A77D4F7A8E}" srcId="{257DE578-F3DC-493D-8981-FD2D0D48C3A3}" destId="{FD80BDB8-DB51-4A46-B62B-6577BD122413}" srcOrd="1" destOrd="0" parTransId="{BEF2E9C3-1E36-41EC-8003-074F87B7DECC}" sibTransId="{4A04D4B8-BA68-4DDD-8ABD-733B6AFC1A67}"/>
    <dgm:cxn modelId="{2A0A2704-DD0D-4547-86E1-6396CC6D88A1}" srcId="{46AE6441-9199-4123-8FCA-801F4DC9ED37}" destId="{413A2E25-27F9-4B59-9570-6AD17BB4525F}" srcOrd="3" destOrd="0" parTransId="{91CE9EAD-9A9C-4D81-9206-A999B25E8CCB}" sibTransId="{4C655C9F-3B6A-4C11-A26E-1D2F7888F221}"/>
    <dgm:cxn modelId="{BD015704-4F18-427B-85F5-5119A0B5396E}" type="presOf" srcId="{ACEF81D7-E636-4DAF-9CA2-DF39D74F600D}" destId="{23DE0880-52F0-4A0C-95F0-345E709FF0F2}" srcOrd="0" destOrd="2" presId="urn:microsoft.com/office/officeart/2018/5/layout/CenteredIconLabelDescriptionList"/>
    <dgm:cxn modelId="{4C6F0508-6824-454B-8CF1-032D1DD118A3}" type="presOf" srcId="{4148D847-1DFA-4659-BE70-228B41FA7BA2}" destId="{C6A6F787-1398-4CA6-9D7E-CA7A60C5234D}" srcOrd="0" destOrd="1" presId="urn:microsoft.com/office/officeart/2018/5/layout/CenteredIconLabelDescriptionList"/>
    <dgm:cxn modelId="{F6D4000A-6E96-4A76-BE8B-4F871CC4E723}" type="presOf" srcId="{FB94EA5C-DBB1-4DE6-ADF0-EA4764C22F25}" destId="{DFD336BF-A856-4F0A-B7A0-AEF4EC33710E}" srcOrd="0" destOrd="4" presId="urn:microsoft.com/office/officeart/2018/5/layout/CenteredIconLabelDescriptionList"/>
    <dgm:cxn modelId="{E5423B0D-1180-49FB-8847-7EDC88A6F54F}" type="presOf" srcId="{FD80BDB8-DB51-4A46-B62B-6577BD122413}" destId="{D5121376-0EB8-4E7E-9433-DFE4FD402409}" srcOrd="0" destOrd="0" presId="urn:microsoft.com/office/officeart/2018/5/layout/CenteredIconLabelDescriptionList"/>
    <dgm:cxn modelId="{893D110F-4DD0-49EB-B253-B48D29141BEA}" srcId="{46AE6441-9199-4123-8FCA-801F4DC9ED37}" destId="{E6C4FBB5-D065-415D-A926-AB383120B069}" srcOrd="2" destOrd="0" parTransId="{396CA88B-7750-4C6C-9C55-9BBFCD9C9C85}" sibTransId="{38FF09D3-EA7C-45AD-B01E-B1CAADADC160}"/>
    <dgm:cxn modelId="{41BEF90F-E4E3-4E42-931B-4826B35F6AD7}" srcId="{E271F989-7941-4D61-AF10-5B9C82BE07F3}" destId="{4148D847-1DFA-4659-BE70-228B41FA7BA2}" srcOrd="1" destOrd="0" parTransId="{958E0223-D2A7-47D8-8312-C713E5B3656B}" sibTransId="{9E0ED19A-64D3-453B-865C-83B9A1AE3BC4}"/>
    <dgm:cxn modelId="{C41FA716-182F-4C98-B28B-1E85AB904240}" srcId="{FD80BDB8-DB51-4A46-B62B-6577BD122413}" destId="{65F11B62-BCD4-4F17-849F-400BFCE49951}" srcOrd="0" destOrd="0" parTransId="{E89F0D40-8900-4DD5-BEE5-FC48D76853DB}" sibTransId="{D7006064-A267-44CD-BD1C-9E827336CBC6}"/>
    <dgm:cxn modelId="{4896851B-1791-45BD-9093-6322CEF21700}" type="presOf" srcId="{97BB7B0D-F1DF-42BA-BC97-E9517A788702}" destId="{23DE0880-52F0-4A0C-95F0-345E709FF0F2}" srcOrd="0" destOrd="3" presId="urn:microsoft.com/office/officeart/2018/5/layout/CenteredIconLabelDescriptionList"/>
    <dgm:cxn modelId="{06FB6C22-B078-4704-A469-AA7B2B4BEF20}" srcId="{257DE578-F3DC-493D-8981-FD2D0D48C3A3}" destId="{E271F989-7941-4D61-AF10-5B9C82BE07F3}" srcOrd="2" destOrd="0" parTransId="{E9FEB6E0-7FBF-4052-8600-DF453AC220E8}" sibTransId="{9DE824A5-BDD5-4F0F-B142-390EAC5AF6CF}"/>
    <dgm:cxn modelId="{B86DAB30-F7E9-4911-9BF1-A3A161C43512}" type="presOf" srcId="{413A2E25-27F9-4B59-9570-6AD17BB4525F}" destId="{DFD336BF-A856-4F0A-B7A0-AEF4EC33710E}" srcOrd="0" destOrd="3" presId="urn:microsoft.com/office/officeart/2018/5/layout/CenteredIconLabelDescriptionList"/>
    <dgm:cxn modelId="{A4C9CD30-60F1-4C75-8152-223D323ED30C}" srcId="{FD80BDB8-DB51-4A46-B62B-6577BD122413}" destId="{16B61BD2-8CB2-47BF-BFD0-A4EBDE189FEA}" srcOrd="1" destOrd="0" parTransId="{A419376B-D092-4AFA-970C-B54ADA493B67}" sibTransId="{9706EC78-56E7-4218-86DC-9A1F8CC9DC3E}"/>
    <dgm:cxn modelId="{4478285E-3447-497A-830A-4ADE24CA1D38}" type="presOf" srcId="{257DE578-F3DC-493D-8981-FD2D0D48C3A3}" destId="{4B3B7648-FF3C-433D-9A67-5B36BF7C0A59}" srcOrd="0" destOrd="0" presId="urn:microsoft.com/office/officeart/2018/5/layout/CenteredIconLabelDescriptionList"/>
    <dgm:cxn modelId="{3B862C44-B903-4D13-A841-456BA72F30CD}" srcId="{E271F989-7941-4D61-AF10-5B9C82BE07F3}" destId="{847EB8A9-4C08-46FA-ACD0-F1C778BE8FD6}" srcOrd="0" destOrd="0" parTransId="{F514C011-EDE1-4AB6-80AC-DA5D7CEF6C8D}" sibTransId="{14FB44DF-BA5B-43EA-9D83-D5F2129E0952}"/>
    <dgm:cxn modelId="{515AFA64-055D-4AFC-B9E3-2D73B369F6CE}" type="presOf" srcId="{65F11B62-BCD4-4F17-849F-400BFCE49951}" destId="{23DE0880-52F0-4A0C-95F0-345E709FF0F2}" srcOrd="0" destOrd="0" presId="urn:microsoft.com/office/officeart/2018/5/layout/CenteredIconLabelDescriptionList"/>
    <dgm:cxn modelId="{0A325B48-75F7-4C1D-BB71-9C4409A506DE}" type="presOf" srcId="{E271F989-7941-4D61-AF10-5B9C82BE07F3}" destId="{4D3E415A-13A8-4325-9CEE-7DA38F63835A}" srcOrd="0" destOrd="0" presId="urn:microsoft.com/office/officeart/2018/5/layout/CenteredIconLabelDescriptionList"/>
    <dgm:cxn modelId="{7A12854C-98BB-4BD6-A0A3-D877D85ACA6E}" srcId="{46AE6441-9199-4123-8FCA-801F4DC9ED37}" destId="{FB94EA5C-DBB1-4DE6-ADF0-EA4764C22F25}" srcOrd="4" destOrd="0" parTransId="{6CC4F01B-9D59-4C1A-96C4-C90EDD6AE0CA}" sibTransId="{5BD232DD-9558-4059-913B-A0A3B0E015DC}"/>
    <dgm:cxn modelId="{7360776E-7AF6-4CDD-8F55-C20A99A24A8B}" srcId="{257DE578-F3DC-493D-8981-FD2D0D48C3A3}" destId="{46AE6441-9199-4123-8FCA-801F4DC9ED37}" srcOrd="0" destOrd="0" parTransId="{D57E0175-9F4E-4F39-9A72-5BE712F18D70}" sibTransId="{D19A881A-E915-48FC-A925-36E6062DE4B1}"/>
    <dgm:cxn modelId="{5CE1A96E-1193-4D06-8DF2-646623334580}" type="presOf" srcId="{B1A3D81C-C152-4F90-A6CB-0834E5855A76}" destId="{DFD336BF-A856-4F0A-B7A0-AEF4EC33710E}" srcOrd="0" destOrd="1" presId="urn:microsoft.com/office/officeart/2018/5/layout/CenteredIconLabelDescriptionList"/>
    <dgm:cxn modelId="{DD789157-9F84-4B32-A946-7A680F37026F}" type="presOf" srcId="{E6C4FBB5-D065-415D-A926-AB383120B069}" destId="{DFD336BF-A856-4F0A-B7A0-AEF4EC33710E}" srcOrd="0" destOrd="2" presId="urn:microsoft.com/office/officeart/2018/5/layout/CenteredIconLabelDescriptionList"/>
    <dgm:cxn modelId="{6604D877-83A3-498E-A1E0-9F6CE2730D8D}" type="presOf" srcId="{B0CE9D7F-98CC-4A4C-8377-38805A1229D3}" destId="{DFD336BF-A856-4F0A-B7A0-AEF4EC33710E}" srcOrd="0" destOrd="0" presId="urn:microsoft.com/office/officeart/2018/5/layout/CenteredIconLabelDescriptionList"/>
    <dgm:cxn modelId="{E7004287-589D-4208-9985-99B4BC9CD000}" srcId="{E271F989-7941-4D61-AF10-5B9C82BE07F3}" destId="{9E840034-D7FF-4A30-B77C-F356130B22CA}" srcOrd="2" destOrd="0" parTransId="{32C63687-128B-4F76-B5B6-0AA37F252287}" sibTransId="{73C09ED6-38D7-440C-B0FD-3317F25066CC}"/>
    <dgm:cxn modelId="{E53D748D-B217-42EB-80DC-CD42BC73C293}" srcId="{FD80BDB8-DB51-4A46-B62B-6577BD122413}" destId="{5FFD1316-297C-4331-85D8-993063AA3E7A}" srcOrd="4" destOrd="0" parTransId="{3D44EB1C-7D13-4268-8E1C-F8EAF722D767}" sibTransId="{549EE0B5-D6DA-4949-BEDC-2769F6FE9D45}"/>
    <dgm:cxn modelId="{F618739E-6ACE-4B77-A085-7170E4F2BFE8}" type="presOf" srcId="{9E840034-D7FF-4A30-B77C-F356130B22CA}" destId="{C6A6F787-1398-4CA6-9D7E-CA7A60C5234D}" srcOrd="0" destOrd="2" presId="urn:microsoft.com/office/officeart/2018/5/layout/CenteredIconLabelDescriptionList"/>
    <dgm:cxn modelId="{563053AC-D692-48F7-AC94-74BA7B43A1A1}" srcId="{46AE6441-9199-4123-8FCA-801F4DC9ED37}" destId="{A4416AF1-92C8-4BC5-BFDA-1DF5383BE5D9}" srcOrd="5" destOrd="0" parTransId="{427ECF77-0BE0-42FF-9318-2A2C188BB98C}" sibTransId="{2700A3CE-2DBD-4E64-8613-ECD198B21DF0}"/>
    <dgm:cxn modelId="{929AD5BE-9848-4BD4-ACF9-8E7A7C5CA59F}" type="presOf" srcId="{847EB8A9-4C08-46FA-ACD0-F1C778BE8FD6}" destId="{C6A6F787-1398-4CA6-9D7E-CA7A60C5234D}" srcOrd="0" destOrd="0" presId="urn:microsoft.com/office/officeart/2018/5/layout/CenteredIconLabelDescriptionList"/>
    <dgm:cxn modelId="{773F37BF-E1C9-4AE8-9EE4-E3B4A5F50CAC}" type="presOf" srcId="{16B61BD2-8CB2-47BF-BFD0-A4EBDE189FEA}" destId="{23DE0880-52F0-4A0C-95F0-345E709FF0F2}" srcOrd="0" destOrd="1" presId="urn:microsoft.com/office/officeart/2018/5/layout/CenteredIconLabelDescriptionList"/>
    <dgm:cxn modelId="{73A36BBF-7E87-4E74-9DC8-596594C4BF4A}" type="presOf" srcId="{5FFD1316-297C-4331-85D8-993063AA3E7A}" destId="{23DE0880-52F0-4A0C-95F0-345E709FF0F2}" srcOrd="0" destOrd="4" presId="urn:microsoft.com/office/officeart/2018/5/layout/CenteredIconLabelDescriptionList"/>
    <dgm:cxn modelId="{8E81DCC9-CD35-448F-8E53-BE1A1A9D92CC}" srcId="{FD80BDB8-DB51-4A46-B62B-6577BD122413}" destId="{97BB7B0D-F1DF-42BA-BC97-E9517A788702}" srcOrd="3" destOrd="0" parTransId="{D702B349-11A6-47CE-879D-70AC5DB7094A}" sibTransId="{A4381E0C-1123-4A72-99AC-F23F4B20CCEB}"/>
    <dgm:cxn modelId="{5548B7DF-B5B5-40FF-834C-F628AB42523B}" srcId="{46AE6441-9199-4123-8FCA-801F4DC9ED37}" destId="{B0CE9D7F-98CC-4A4C-8377-38805A1229D3}" srcOrd="0" destOrd="0" parTransId="{9962581F-9BE6-44BC-B838-E1BC93D0D6F2}" sibTransId="{E67D8D0E-1892-4A10-991A-839D6092AFC2}"/>
    <dgm:cxn modelId="{DC9358E2-E3DF-4369-93EB-211731C86CFB}" srcId="{46AE6441-9199-4123-8FCA-801F4DC9ED37}" destId="{B1A3D81C-C152-4F90-A6CB-0834E5855A76}" srcOrd="1" destOrd="0" parTransId="{6BAB6F93-5FA9-4B61-AD6F-60F03D953B35}" sibTransId="{50B13C91-FF1D-445B-A3E5-59C09C7C9F1F}"/>
    <dgm:cxn modelId="{8BB632E5-366E-4EF6-8D65-773B703A2D1D}" type="presOf" srcId="{A4416AF1-92C8-4BC5-BFDA-1DF5383BE5D9}" destId="{DFD336BF-A856-4F0A-B7A0-AEF4EC33710E}" srcOrd="0" destOrd="5" presId="urn:microsoft.com/office/officeart/2018/5/layout/CenteredIconLabelDescriptionList"/>
    <dgm:cxn modelId="{C19659F6-0743-4676-83CF-390575C331D9}" srcId="{FD80BDB8-DB51-4A46-B62B-6577BD122413}" destId="{ACEF81D7-E636-4DAF-9CA2-DF39D74F600D}" srcOrd="2" destOrd="0" parTransId="{1858810E-4D99-4EE0-86C4-31ABE066D0C8}" sibTransId="{517A192A-200C-4EDA-83FF-94719717EDD5}"/>
    <dgm:cxn modelId="{6011AEFD-BDC2-4A87-9219-CCE47A7CB3B9}" type="presOf" srcId="{46AE6441-9199-4123-8FCA-801F4DC9ED37}" destId="{72413DD0-672D-4105-BC6E-5BCCC5B68FB1}" srcOrd="0" destOrd="0" presId="urn:microsoft.com/office/officeart/2018/5/layout/CenteredIconLabelDescriptionList"/>
    <dgm:cxn modelId="{E3719D79-B594-4834-842E-F998E60B29D3}" type="presParOf" srcId="{4B3B7648-FF3C-433D-9A67-5B36BF7C0A59}" destId="{32D0BAD0-A6D5-4B47-AB82-0FBC9BC757E8}" srcOrd="0" destOrd="0" presId="urn:microsoft.com/office/officeart/2018/5/layout/CenteredIconLabelDescriptionList"/>
    <dgm:cxn modelId="{BB5DECED-1D95-4614-BDC5-9CACF5583114}" type="presParOf" srcId="{32D0BAD0-A6D5-4B47-AB82-0FBC9BC757E8}" destId="{0766FF1F-ABE4-4201-84D6-58E48C7E5EA0}" srcOrd="0" destOrd="0" presId="urn:microsoft.com/office/officeart/2018/5/layout/CenteredIconLabelDescriptionList"/>
    <dgm:cxn modelId="{6559C938-3C3A-404E-AC34-ADC57AA046A3}" type="presParOf" srcId="{32D0BAD0-A6D5-4B47-AB82-0FBC9BC757E8}" destId="{2C1CD3B1-1CA7-4D95-B50F-310568F6354D}" srcOrd="1" destOrd="0" presId="urn:microsoft.com/office/officeart/2018/5/layout/CenteredIconLabelDescriptionList"/>
    <dgm:cxn modelId="{60C20767-94FC-4CA3-93C1-D03480DFBF36}" type="presParOf" srcId="{32D0BAD0-A6D5-4B47-AB82-0FBC9BC757E8}" destId="{72413DD0-672D-4105-BC6E-5BCCC5B68FB1}" srcOrd="2" destOrd="0" presId="urn:microsoft.com/office/officeart/2018/5/layout/CenteredIconLabelDescriptionList"/>
    <dgm:cxn modelId="{660DC607-7653-48FF-A48D-C988EAE24D2B}" type="presParOf" srcId="{32D0BAD0-A6D5-4B47-AB82-0FBC9BC757E8}" destId="{1620FFE4-3702-4E5A-BAD7-E21DF1EA74EA}" srcOrd="3" destOrd="0" presId="urn:microsoft.com/office/officeart/2018/5/layout/CenteredIconLabelDescriptionList"/>
    <dgm:cxn modelId="{ED3D47B0-9ECD-4C8F-8AA3-77C42CB3D8CB}" type="presParOf" srcId="{32D0BAD0-A6D5-4B47-AB82-0FBC9BC757E8}" destId="{DFD336BF-A856-4F0A-B7A0-AEF4EC33710E}" srcOrd="4" destOrd="0" presId="urn:microsoft.com/office/officeart/2018/5/layout/CenteredIconLabelDescriptionList"/>
    <dgm:cxn modelId="{10A4CE91-91DD-458F-BCF5-4CB9A793895F}" type="presParOf" srcId="{4B3B7648-FF3C-433D-9A67-5B36BF7C0A59}" destId="{38C1FF47-DB8E-4E72-9C7E-627BE778B4E4}" srcOrd="1" destOrd="0" presId="urn:microsoft.com/office/officeart/2018/5/layout/CenteredIconLabelDescriptionList"/>
    <dgm:cxn modelId="{4D29A5AC-EDD9-4860-9B41-79A4003BF0AC}" type="presParOf" srcId="{4B3B7648-FF3C-433D-9A67-5B36BF7C0A59}" destId="{460BE1E9-6E93-48B6-915B-120989F2904D}" srcOrd="2" destOrd="0" presId="urn:microsoft.com/office/officeart/2018/5/layout/CenteredIconLabelDescriptionList"/>
    <dgm:cxn modelId="{BCC66DD5-55FB-458C-97BD-BB76CA2A2E96}" type="presParOf" srcId="{460BE1E9-6E93-48B6-915B-120989F2904D}" destId="{1B2E27E6-EAAD-4268-981C-A0098B551B31}" srcOrd="0" destOrd="0" presId="urn:microsoft.com/office/officeart/2018/5/layout/CenteredIconLabelDescriptionList"/>
    <dgm:cxn modelId="{993CD307-FB39-4911-865E-10604698140D}" type="presParOf" srcId="{460BE1E9-6E93-48B6-915B-120989F2904D}" destId="{6C7E5DDB-AD7B-4961-90DD-C129076CAFBD}" srcOrd="1" destOrd="0" presId="urn:microsoft.com/office/officeart/2018/5/layout/CenteredIconLabelDescriptionList"/>
    <dgm:cxn modelId="{94CA420A-74FB-4E44-9EC0-4D5D3F3C9933}" type="presParOf" srcId="{460BE1E9-6E93-48B6-915B-120989F2904D}" destId="{D5121376-0EB8-4E7E-9433-DFE4FD402409}" srcOrd="2" destOrd="0" presId="urn:microsoft.com/office/officeart/2018/5/layout/CenteredIconLabelDescriptionList"/>
    <dgm:cxn modelId="{CBC449F4-5068-41F7-9F8B-C9C11AD2D18D}" type="presParOf" srcId="{460BE1E9-6E93-48B6-915B-120989F2904D}" destId="{DD0DE25A-8366-4A50-B0F0-ADF37B29B72E}" srcOrd="3" destOrd="0" presId="urn:microsoft.com/office/officeart/2018/5/layout/CenteredIconLabelDescriptionList"/>
    <dgm:cxn modelId="{762EEAFC-5BBA-43FF-80BF-DB673082F42C}" type="presParOf" srcId="{460BE1E9-6E93-48B6-915B-120989F2904D}" destId="{23DE0880-52F0-4A0C-95F0-345E709FF0F2}" srcOrd="4" destOrd="0" presId="urn:microsoft.com/office/officeart/2018/5/layout/CenteredIconLabelDescriptionList"/>
    <dgm:cxn modelId="{A0055E31-A7F6-4915-9DE2-F7F213D13BD4}" type="presParOf" srcId="{4B3B7648-FF3C-433D-9A67-5B36BF7C0A59}" destId="{1E377816-30A5-4138-A9DA-679080820E92}" srcOrd="3" destOrd="0" presId="urn:microsoft.com/office/officeart/2018/5/layout/CenteredIconLabelDescriptionList"/>
    <dgm:cxn modelId="{D05F2864-A09E-4FA5-84B4-A16A3AABF776}" type="presParOf" srcId="{4B3B7648-FF3C-433D-9A67-5B36BF7C0A59}" destId="{63216441-5509-4EF8-93E6-471EADB6A880}" srcOrd="4" destOrd="0" presId="urn:microsoft.com/office/officeart/2018/5/layout/CenteredIconLabelDescriptionList"/>
    <dgm:cxn modelId="{3B6A6CA8-89E6-4B7A-8B6D-AB7D066CB867}" type="presParOf" srcId="{63216441-5509-4EF8-93E6-471EADB6A880}" destId="{1574CEC6-0089-46B1-A584-570917FEC251}" srcOrd="0" destOrd="0" presId="urn:microsoft.com/office/officeart/2018/5/layout/CenteredIconLabelDescriptionList"/>
    <dgm:cxn modelId="{657794ED-B967-4A10-AC9E-2A4B21E9F13D}" type="presParOf" srcId="{63216441-5509-4EF8-93E6-471EADB6A880}" destId="{099F498E-26B3-4DB4-91E6-301D965D9C9D}" srcOrd="1" destOrd="0" presId="urn:microsoft.com/office/officeart/2018/5/layout/CenteredIconLabelDescriptionList"/>
    <dgm:cxn modelId="{0E475F88-87A3-4BFD-AA49-54B8D08BEDA2}" type="presParOf" srcId="{63216441-5509-4EF8-93E6-471EADB6A880}" destId="{4D3E415A-13A8-4325-9CEE-7DA38F63835A}" srcOrd="2" destOrd="0" presId="urn:microsoft.com/office/officeart/2018/5/layout/CenteredIconLabelDescriptionList"/>
    <dgm:cxn modelId="{911C5BD1-BC3E-4442-9FBE-08C92384F5F6}" type="presParOf" srcId="{63216441-5509-4EF8-93E6-471EADB6A880}" destId="{798C5F6C-31CF-4490-B69A-B5A2B3FF8A58}" srcOrd="3" destOrd="0" presId="urn:microsoft.com/office/officeart/2018/5/layout/CenteredIconLabelDescriptionList"/>
    <dgm:cxn modelId="{8AD431F3-FB2F-4A74-8EAA-4F04253D23BD}" type="presParOf" srcId="{63216441-5509-4EF8-93E6-471EADB6A880}" destId="{C6A6F787-1398-4CA6-9D7E-CA7A60C5234D}"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05329BB-8103-4A31-AA16-163B88F63A06}" type="doc">
      <dgm:prSet loTypeId="urn:microsoft.com/office/officeart/2016/7/layout/HorizontalActionList" loCatId="List" qsTypeId="urn:microsoft.com/office/officeart/2005/8/quickstyle/simple5" qsCatId="simple" csTypeId="urn:microsoft.com/office/officeart/2005/8/colors/accent0_3" csCatId="mainScheme" phldr="1"/>
      <dgm:spPr/>
      <dgm:t>
        <a:bodyPr/>
        <a:lstStyle/>
        <a:p>
          <a:endParaRPr lang="en-US"/>
        </a:p>
      </dgm:t>
    </dgm:pt>
    <dgm:pt modelId="{A07E7361-0524-4BBE-8B7E-1435B45A52D7}">
      <dgm:prSet phldrT="[Text]" phldr="0"/>
      <dgm:spPr/>
      <dgm:t>
        <a:bodyPr/>
        <a:lstStyle/>
        <a:p>
          <a:r>
            <a:rPr lang="en-US" dirty="0">
              <a:latin typeface="Aptos Display" panose="02110004020202020204"/>
            </a:rPr>
            <a:t>Distributor</a:t>
          </a:r>
          <a:endParaRPr lang="en-US" dirty="0"/>
        </a:p>
      </dgm:t>
    </dgm:pt>
    <dgm:pt modelId="{59989BB4-7733-403E-B83E-3844641108F8}" type="parTrans" cxnId="{BD810A53-B26A-437B-A69A-51A0C0721314}">
      <dgm:prSet/>
      <dgm:spPr/>
      <dgm:t>
        <a:bodyPr/>
        <a:lstStyle/>
        <a:p>
          <a:endParaRPr lang="en-US"/>
        </a:p>
      </dgm:t>
    </dgm:pt>
    <dgm:pt modelId="{C7DCD954-2934-4F00-B76F-7D666E4B9C55}" type="sibTrans" cxnId="{BD810A53-B26A-437B-A69A-51A0C0721314}">
      <dgm:prSet/>
      <dgm:spPr/>
      <dgm:t>
        <a:bodyPr/>
        <a:lstStyle/>
        <a:p>
          <a:endParaRPr lang="en-US"/>
        </a:p>
      </dgm:t>
    </dgm:pt>
    <dgm:pt modelId="{D0E1A188-2A1F-407C-9217-1014811C183B}">
      <dgm:prSet phldrT="[Text]" phldr="0"/>
      <dgm:spPr/>
      <dgm:t>
        <a:bodyPr/>
        <a:lstStyle/>
        <a:p>
          <a:pPr rtl="0"/>
          <a:r>
            <a:rPr lang="en-US" dirty="0">
              <a:latin typeface="Aptos Display" panose="02110004020202020204"/>
            </a:rPr>
            <a:t>Position x</a:t>
          </a:r>
          <a:endParaRPr lang="en-US" dirty="0"/>
        </a:p>
      </dgm:t>
    </dgm:pt>
    <dgm:pt modelId="{831E90FA-F5F9-4B43-ADFC-454467638C33}" type="parTrans" cxnId="{B3529B34-654E-47A0-A5F8-69D073DD7D23}">
      <dgm:prSet/>
      <dgm:spPr/>
      <dgm:t>
        <a:bodyPr/>
        <a:lstStyle/>
        <a:p>
          <a:endParaRPr lang="en-US"/>
        </a:p>
      </dgm:t>
    </dgm:pt>
    <dgm:pt modelId="{AAA0A54B-669D-4B0D-8EF1-6FD4708380DB}" type="sibTrans" cxnId="{B3529B34-654E-47A0-A5F8-69D073DD7D23}">
      <dgm:prSet/>
      <dgm:spPr/>
      <dgm:t>
        <a:bodyPr/>
        <a:lstStyle/>
        <a:p>
          <a:endParaRPr lang="en-US"/>
        </a:p>
      </dgm:t>
    </dgm:pt>
    <dgm:pt modelId="{AD5C756A-4B80-4E46-B61F-3DB94FD2788B}">
      <dgm:prSet phldrT="[Text]" phldr="0"/>
      <dgm:spPr/>
      <dgm:t>
        <a:bodyPr/>
        <a:lstStyle/>
        <a:p>
          <a:pPr rtl="0"/>
          <a:r>
            <a:rPr lang="en-US" dirty="0">
              <a:latin typeface="Aptos Display" panose="02110004020202020204"/>
            </a:rPr>
            <a:t>Position y</a:t>
          </a:r>
          <a:endParaRPr lang="en-US" dirty="0"/>
        </a:p>
      </dgm:t>
    </dgm:pt>
    <dgm:pt modelId="{8FB243A0-44C6-42B7-867E-2A8B1D13E7A5}" type="parTrans" cxnId="{074369B8-85CF-4CDA-9FC0-D61925CFFD93}">
      <dgm:prSet/>
      <dgm:spPr/>
      <dgm:t>
        <a:bodyPr/>
        <a:lstStyle/>
        <a:p>
          <a:endParaRPr lang="en-US"/>
        </a:p>
      </dgm:t>
    </dgm:pt>
    <dgm:pt modelId="{6C4336FC-79AD-41CD-901B-01D9A991BBCD}" type="sibTrans" cxnId="{074369B8-85CF-4CDA-9FC0-D61925CFFD93}">
      <dgm:prSet/>
      <dgm:spPr/>
      <dgm:t>
        <a:bodyPr/>
        <a:lstStyle/>
        <a:p>
          <a:endParaRPr lang="en-US"/>
        </a:p>
      </dgm:t>
    </dgm:pt>
    <dgm:pt modelId="{9FB25259-AE05-4643-A654-D2F9794FA792}">
      <dgm:prSet phldrT="[Text]" phldr="0"/>
      <dgm:spPr/>
      <dgm:t>
        <a:bodyPr/>
        <a:lstStyle/>
        <a:p>
          <a:r>
            <a:rPr lang="en-US" dirty="0">
              <a:latin typeface="Aptos Display" panose="02110004020202020204"/>
            </a:rPr>
            <a:t>Product</a:t>
          </a:r>
          <a:endParaRPr lang="en-US" dirty="0"/>
        </a:p>
      </dgm:t>
    </dgm:pt>
    <dgm:pt modelId="{CB419E0B-DF2E-4392-929B-13FEDA04B6F3}" type="parTrans" cxnId="{6957A55D-DF72-4792-9388-DFAC6E240C97}">
      <dgm:prSet/>
      <dgm:spPr/>
      <dgm:t>
        <a:bodyPr/>
        <a:lstStyle/>
        <a:p>
          <a:endParaRPr lang="en-US"/>
        </a:p>
      </dgm:t>
    </dgm:pt>
    <dgm:pt modelId="{3D735D64-719C-481A-A368-47C019528A54}" type="sibTrans" cxnId="{6957A55D-DF72-4792-9388-DFAC6E240C97}">
      <dgm:prSet/>
      <dgm:spPr/>
      <dgm:t>
        <a:bodyPr/>
        <a:lstStyle/>
        <a:p>
          <a:endParaRPr lang="en-US"/>
        </a:p>
      </dgm:t>
    </dgm:pt>
    <dgm:pt modelId="{764D88F6-BE9E-453E-9A51-1E7A5393379A}">
      <dgm:prSet phldrT="[Text]" phldr="0"/>
      <dgm:spPr/>
      <dgm:t>
        <a:bodyPr/>
        <a:lstStyle/>
        <a:p>
          <a:r>
            <a:rPr lang="en-US" dirty="0">
              <a:latin typeface="Aptos Display" panose="02110004020202020204"/>
            </a:rPr>
            <a:t>Price</a:t>
          </a:r>
          <a:endParaRPr lang="en-US" dirty="0"/>
        </a:p>
      </dgm:t>
    </dgm:pt>
    <dgm:pt modelId="{9BA43A6F-D4E7-462C-9FA6-820C7FCF09A0}" type="parTrans" cxnId="{0F82909A-CC73-47A4-AC58-2CD583D0F269}">
      <dgm:prSet/>
      <dgm:spPr/>
      <dgm:t>
        <a:bodyPr/>
        <a:lstStyle/>
        <a:p>
          <a:endParaRPr lang="en-US"/>
        </a:p>
      </dgm:t>
    </dgm:pt>
    <dgm:pt modelId="{C242729E-72A5-43EA-9132-FCA18F52508D}" type="sibTrans" cxnId="{0F82909A-CC73-47A4-AC58-2CD583D0F269}">
      <dgm:prSet/>
      <dgm:spPr/>
      <dgm:t>
        <a:bodyPr/>
        <a:lstStyle/>
        <a:p>
          <a:endParaRPr lang="en-US"/>
        </a:p>
      </dgm:t>
    </dgm:pt>
    <dgm:pt modelId="{8DEFCDC1-08ED-4A52-8853-B285ECE42745}">
      <dgm:prSet phldrT="[Text]" phldr="0"/>
      <dgm:spPr/>
      <dgm:t>
        <a:bodyPr/>
        <a:lstStyle/>
        <a:p>
          <a:r>
            <a:rPr lang="en-US" err="1">
              <a:latin typeface="Aptos Display" panose="02110004020202020204"/>
            </a:rPr>
            <a:t>ProductsInDistributor</a:t>
          </a:r>
          <a:endParaRPr lang="en-US"/>
        </a:p>
      </dgm:t>
    </dgm:pt>
    <dgm:pt modelId="{A044292D-821B-4E1D-87FA-FDE43B4E435F}" type="parTrans" cxnId="{13819E83-3ED9-45B8-A260-DC00A2725188}">
      <dgm:prSet/>
      <dgm:spPr/>
      <dgm:t>
        <a:bodyPr/>
        <a:lstStyle/>
        <a:p>
          <a:endParaRPr lang="en-US"/>
        </a:p>
      </dgm:t>
    </dgm:pt>
    <dgm:pt modelId="{30FDC40F-B340-4C18-9CC5-507AF63CBA66}" type="sibTrans" cxnId="{13819E83-3ED9-45B8-A260-DC00A2725188}">
      <dgm:prSet/>
      <dgm:spPr/>
      <dgm:t>
        <a:bodyPr/>
        <a:lstStyle/>
        <a:p>
          <a:endParaRPr lang="en-US"/>
        </a:p>
      </dgm:t>
    </dgm:pt>
    <dgm:pt modelId="{A564AC35-5A26-4A5A-9885-946CB09DC2B5}">
      <dgm:prSet phldrT="[Text]" phldr="0"/>
      <dgm:spPr/>
      <dgm:t>
        <a:bodyPr/>
        <a:lstStyle/>
        <a:p>
          <a:r>
            <a:rPr lang="en-US" b="1" dirty="0" err="1">
              <a:solidFill>
                <a:schemeClr val="accent6"/>
              </a:solidFill>
              <a:latin typeface="Aptos Display" panose="02110004020202020204"/>
            </a:rPr>
            <a:t>Id_distributor</a:t>
          </a:r>
          <a:endParaRPr lang="en-US" b="1" dirty="0">
            <a:solidFill>
              <a:schemeClr val="accent6"/>
            </a:solidFill>
          </a:endParaRPr>
        </a:p>
      </dgm:t>
    </dgm:pt>
    <dgm:pt modelId="{51E5DB95-1449-4E3D-8C85-ADA1AD0C3553}" type="parTrans" cxnId="{5EFFC28F-1F49-4125-967C-186B30E65D8C}">
      <dgm:prSet/>
      <dgm:spPr/>
      <dgm:t>
        <a:bodyPr/>
        <a:lstStyle/>
        <a:p>
          <a:endParaRPr lang="en-US"/>
        </a:p>
      </dgm:t>
    </dgm:pt>
    <dgm:pt modelId="{CD0575E7-E381-4A7D-9927-DFDA91213DFF}" type="sibTrans" cxnId="{5EFFC28F-1F49-4125-967C-186B30E65D8C}">
      <dgm:prSet/>
      <dgm:spPr/>
      <dgm:t>
        <a:bodyPr/>
        <a:lstStyle/>
        <a:p>
          <a:endParaRPr lang="en-US"/>
        </a:p>
      </dgm:t>
    </dgm:pt>
    <dgm:pt modelId="{A2F17C35-ABFE-4E6F-81FA-24A9F8F6CCBF}">
      <dgm:prSet phldr="0"/>
      <dgm:spPr/>
      <dgm:t>
        <a:bodyPr/>
        <a:lstStyle/>
        <a:p>
          <a:pPr rtl="0"/>
          <a:r>
            <a:rPr lang="en-US" b="1" u="none" dirty="0">
              <a:solidFill>
                <a:srgbClr val="FF0000"/>
              </a:solidFill>
              <a:latin typeface="Aptos Display" panose="02110004020202020204"/>
            </a:rPr>
            <a:t>Id</a:t>
          </a:r>
        </a:p>
      </dgm:t>
    </dgm:pt>
    <dgm:pt modelId="{AF0E0F90-B015-477C-87CE-A428DBE08015}" type="parTrans" cxnId="{659A5691-C34C-4032-85E6-A9D196FE825C}">
      <dgm:prSet/>
      <dgm:spPr/>
      <dgm:t>
        <a:bodyPr/>
        <a:lstStyle/>
        <a:p>
          <a:endParaRPr lang="it-IT"/>
        </a:p>
      </dgm:t>
    </dgm:pt>
    <dgm:pt modelId="{FC5F3138-81FE-4BA1-A300-B5C698C169D0}" type="sibTrans" cxnId="{659A5691-C34C-4032-85E6-A9D196FE825C}">
      <dgm:prSet/>
      <dgm:spPr/>
      <dgm:t>
        <a:bodyPr/>
        <a:lstStyle/>
        <a:p>
          <a:endParaRPr lang="it-IT"/>
        </a:p>
      </dgm:t>
    </dgm:pt>
    <dgm:pt modelId="{0BBDAAA3-4D3A-40AC-A519-ACC5C178EDA6}">
      <dgm:prSet phldr="0"/>
      <dgm:spPr/>
      <dgm:t>
        <a:bodyPr/>
        <a:lstStyle/>
        <a:p>
          <a:pPr rtl="0"/>
          <a:r>
            <a:rPr lang="en-US" dirty="0">
              <a:latin typeface="Aptos Display" panose="02110004020202020204"/>
            </a:rPr>
            <a:t>Status</a:t>
          </a:r>
        </a:p>
      </dgm:t>
    </dgm:pt>
    <dgm:pt modelId="{F11FA07C-9DE9-4F91-BAC8-6D429FC5C082}" type="parTrans" cxnId="{CAB70450-311D-47FA-B7D0-4BEBF9AD55F8}">
      <dgm:prSet/>
      <dgm:spPr/>
      <dgm:t>
        <a:bodyPr/>
        <a:lstStyle/>
        <a:p>
          <a:endParaRPr lang="it-IT"/>
        </a:p>
      </dgm:t>
    </dgm:pt>
    <dgm:pt modelId="{95FAF20D-2D07-4A4B-AFAB-64FD0D531FAD}" type="sibTrans" cxnId="{CAB70450-311D-47FA-B7D0-4BEBF9AD55F8}">
      <dgm:prSet/>
      <dgm:spPr/>
      <dgm:t>
        <a:bodyPr/>
        <a:lstStyle/>
        <a:p>
          <a:endParaRPr lang="it-IT"/>
        </a:p>
      </dgm:t>
    </dgm:pt>
    <dgm:pt modelId="{94DBD807-6CBF-448C-A1D6-2D9D1EC8D6D4}">
      <dgm:prSet phldr="0"/>
      <dgm:spPr/>
      <dgm:t>
        <a:bodyPr/>
        <a:lstStyle/>
        <a:p>
          <a:pPr rtl="0"/>
          <a:r>
            <a:rPr lang="en-US" dirty="0">
              <a:latin typeface="Aptos Display" panose="02110004020202020204"/>
            </a:rPr>
            <a:t>Address</a:t>
          </a:r>
        </a:p>
      </dgm:t>
    </dgm:pt>
    <dgm:pt modelId="{A0A9A693-557C-4D5C-ACBE-39D7596219BF}" type="parTrans" cxnId="{7790207C-44DF-4B1F-A6DD-4A24E41CFA87}">
      <dgm:prSet/>
      <dgm:spPr/>
      <dgm:t>
        <a:bodyPr/>
        <a:lstStyle/>
        <a:p>
          <a:endParaRPr lang="it-IT"/>
        </a:p>
      </dgm:t>
    </dgm:pt>
    <dgm:pt modelId="{74F9D311-3EF2-40F8-8B91-76CB4FBF98F3}" type="sibTrans" cxnId="{7790207C-44DF-4B1F-A6DD-4A24E41CFA87}">
      <dgm:prSet/>
      <dgm:spPr/>
      <dgm:t>
        <a:bodyPr/>
        <a:lstStyle/>
        <a:p>
          <a:endParaRPr lang="it-IT"/>
        </a:p>
      </dgm:t>
    </dgm:pt>
    <dgm:pt modelId="{3CEC5154-FD47-489D-810B-AA5DCFBBF2D7}">
      <dgm:prSet phldr="0"/>
      <dgm:spPr/>
      <dgm:t>
        <a:bodyPr/>
        <a:lstStyle/>
        <a:p>
          <a:r>
            <a:rPr lang="en-US" dirty="0" err="1">
              <a:solidFill>
                <a:schemeClr val="accent6"/>
              </a:solidFill>
              <a:latin typeface="Aptos Display" panose="02110004020202020204"/>
            </a:rPr>
            <a:t>I</a:t>
          </a:r>
          <a:r>
            <a:rPr lang="en-US" b="1" dirty="0" err="1">
              <a:solidFill>
                <a:schemeClr val="accent6"/>
              </a:solidFill>
              <a:latin typeface="Aptos Display" panose="02110004020202020204"/>
            </a:rPr>
            <a:t>d_product</a:t>
          </a:r>
          <a:endParaRPr lang="en-US" b="1" dirty="0">
            <a:solidFill>
              <a:schemeClr val="accent6"/>
            </a:solidFill>
            <a:latin typeface="Aptos Display" panose="02110004020202020204"/>
          </a:endParaRPr>
        </a:p>
      </dgm:t>
    </dgm:pt>
    <dgm:pt modelId="{72DE80E6-643D-4177-AAF1-071EDF0F4E7D}" type="parTrans" cxnId="{C4CE22F9-46A5-41AB-A528-77B60236CCC8}">
      <dgm:prSet/>
      <dgm:spPr/>
      <dgm:t>
        <a:bodyPr/>
        <a:lstStyle/>
        <a:p>
          <a:endParaRPr lang="it-IT"/>
        </a:p>
      </dgm:t>
    </dgm:pt>
    <dgm:pt modelId="{35B2D555-034B-4375-B9A5-885A332A59D8}" type="sibTrans" cxnId="{C4CE22F9-46A5-41AB-A528-77B60236CCC8}">
      <dgm:prSet/>
      <dgm:spPr/>
      <dgm:t>
        <a:bodyPr/>
        <a:lstStyle/>
        <a:p>
          <a:endParaRPr lang="it-IT"/>
        </a:p>
      </dgm:t>
    </dgm:pt>
    <dgm:pt modelId="{A674E4D6-868F-48FD-9B18-FBF20F95AB06}">
      <dgm:prSet phldr="0"/>
      <dgm:spPr/>
      <dgm:t>
        <a:bodyPr/>
        <a:lstStyle/>
        <a:p>
          <a:pPr rtl="0"/>
          <a:r>
            <a:rPr lang="en-US" b="1" dirty="0">
              <a:solidFill>
                <a:srgbClr val="FF0000"/>
              </a:solidFill>
              <a:latin typeface="Aptos Display" panose="02110004020202020204"/>
            </a:rPr>
            <a:t>Id</a:t>
          </a:r>
        </a:p>
      </dgm:t>
    </dgm:pt>
    <dgm:pt modelId="{6E6E499A-0C3C-427D-B5CE-8A5C9C0F6A00}" type="parTrans" cxnId="{E0260370-6A0A-4A3D-8A59-98677C4D9665}">
      <dgm:prSet/>
      <dgm:spPr/>
      <dgm:t>
        <a:bodyPr/>
        <a:lstStyle/>
        <a:p>
          <a:endParaRPr lang="it-IT"/>
        </a:p>
      </dgm:t>
    </dgm:pt>
    <dgm:pt modelId="{35B868EE-03EC-4768-9925-15961EB56E52}" type="sibTrans" cxnId="{E0260370-6A0A-4A3D-8A59-98677C4D9665}">
      <dgm:prSet/>
      <dgm:spPr/>
      <dgm:t>
        <a:bodyPr/>
        <a:lstStyle/>
        <a:p>
          <a:endParaRPr lang="it-IT"/>
        </a:p>
      </dgm:t>
    </dgm:pt>
    <dgm:pt modelId="{98809BF5-90A9-42EC-97F6-3A11FA8ABB93}">
      <dgm:prSet phldr="0"/>
      <dgm:spPr/>
      <dgm:t>
        <a:bodyPr/>
        <a:lstStyle/>
        <a:p>
          <a:pPr rtl="0"/>
          <a:r>
            <a:rPr lang="en-US" dirty="0">
              <a:latin typeface="Aptos Display" panose="02110004020202020204"/>
            </a:rPr>
            <a:t>Name</a:t>
          </a:r>
        </a:p>
      </dgm:t>
    </dgm:pt>
    <dgm:pt modelId="{001C19EE-A53A-489F-AA2E-87174B734B80}" type="parTrans" cxnId="{60BB9841-6CFE-4B39-AAE8-6432A7B83DDF}">
      <dgm:prSet/>
      <dgm:spPr/>
      <dgm:t>
        <a:bodyPr/>
        <a:lstStyle/>
        <a:p>
          <a:endParaRPr lang="it-IT"/>
        </a:p>
      </dgm:t>
    </dgm:pt>
    <dgm:pt modelId="{D4723EE2-A2DD-465A-8161-68B9B4E29C8F}" type="sibTrans" cxnId="{60BB9841-6CFE-4B39-AAE8-6432A7B83DDF}">
      <dgm:prSet/>
      <dgm:spPr/>
      <dgm:t>
        <a:bodyPr/>
        <a:lstStyle/>
        <a:p>
          <a:endParaRPr lang="it-IT"/>
        </a:p>
      </dgm:t>
    </dgm:pt>
    <dgm:pt modelId="{589B120F-EED0-45AF-B377-88ECC1787D9E}">
      <dgm:prSet phldr="0"/>
      <dgm:spPr/>
      <dgm:t>
        <a:bodyPr/>
        <a:lstStyle/>
        <a:p>
          <a:r>
            <a:rPr lang="en-US" sz="2200" dirty="0">
              <a:latin typeface="Aptos Display" panose="02110004020202020204"/>
            </a:rPr>
            <a:t>Selling</a:t>
          </a:r>
        </a:p>
      </dgm:t>
    </dgm:pt>
    <dgm:pt modelId="{11990471-6405-4760-BAEB-9386AF180C45}" type="parTrans" cxnId="{848FB0AF-1A0F-4CFF-BD0C-1F659EEF28FE}">
      <dgm:prSet/>
      <dgm:spPr/>
      <dgm:t>
        <a:bodyPr/>
        <a:lstStyle/>
        <a:p>
          <a:endParaRPr lang="it-IT"/>
        </a:p>
      </dgm:t>
    </dgm:pt>
    <dgm:pt modelId="{76BD8975-6CDA-4B50-94A6-3DA69B16BB5A}" type="sibTrans" cxnId="{848FB0AF-1A0F-4CFF-BD0C-1F659EEF28FE}">
      <dgm:prSet/>
      <dgm:spPr/>
      <dgm:t>
        <a:bodyPr/>
        <a:lstStyle/>
        <a:p>
          <a:endParaRPr lang="it-IT"/>
        </a:p>
      </dgm:t>
    </dgm:pt>
    <dgm:pt modelId="{58754629-1DD6-4061-85F7-7CA357DE82FA}">
      <dgm:prSet phldr="0"/>
      <dgm:spPr/>
      <dgm:t>
        <a:bodyPr/>
        <a:lstStyle/>
        <a:p>
          <a:pPr rtl="0"/>
          <a:r>
            <a:rPr lang="en-US" dirty="0">
              <a:latin typeface="Aptos Display" panose="02110004020202020204"/>
            </a:rPr>
            <a:t>Quantity</a:t>
          </a:r>
        </a:p>
      </dgm:t>
    </dgm:pt>
    <dgm:pt modelId="{BFE67662-79A5-495C-808E-C0973D8A3AED}" type="parTrans" cxnId="{EC967EF7-B971-40C6-B4B0-21EF5327ABBF}">
      <dgm:prSet/>
      <dgm:spPr/>
      <dgm:t>
        <a:bodyPr/>
        <a:lstStyle/>
        <a:p>
          <a:endParaRPr lang="it-IT"/>
        </a:p>
      </dgm:t>
    </dgm:pt>
    <dgm:pt modelId="{20EA66A4-F70D-4077-A51F-2CD3C60DCD8B}" type="sibTrans" cxnId="{EC967EF7-B971-40C6-B4B0-21EF5327ABBF}">
      <dgm:prSet/>
      <dgm:spPr/>
      <dgm:t>
        <a:bodyPr/>
        <a:lstStyle/>
        <a:p>
          <a:endParaRPr lang="it-IT"/>
        </a:p>
      </dgm:t>
    </dgm:pt>
    <dgm:pt modelId="{1FF5C3F7-26D9-409F-89F1-1610E7ABAE90}">
      <dgm:prSet phldr="0"/>
      <dgm:spPr/>
      <dgm:t>
        <a:bodyPr/>
        <a:lstStyle/>
        <a:p>
          <a:r>
            <a:rPr lang="en-US" sz="1100" b="1" dirty="0" err="1">
              <a:solidFill>
                <a:schemeClr val="accent6"/>
              </a:solidFill>
              <a:latin typeface="Calibri"/>
              <a:ea typeface="Calibri"/>
              <a:cs typeface="Calibri"/>
            </a:rPr>
            <a:t>Id_product</a:t>
          </a:r>
          <a:endParaRPr lang="en-US" b="1" dirty="0" err="1">
            <a:solidFill>
              <a:schemeClr val="accent6"/>
            </a:solidFill>
          </a:endParaRPr>
        </a:p>
      </dgm:t>
    </dgm:pt>
    <dgm:pt modelId="{0A1FF4EC-D8C6-49C8-B67C-01EF6D8B4945}" type="parTrans" cxnId="{62D39677-AA82-43DA-ACD8-6AFFBAFDBA2A}">
      <dgm:prSet/>
      <dgm:spPr/>
      <dgm:t>
        <a:bodyPr/>
        <a:lstStyle/>
        <a:p>
          <a:endParaRPr lang="it-IT"/>
        </a:p>
      </dgm:t>
    </dgm:pt>
    <dgm:pt modelId="{B556E231-833D-4B37-BFE8-40CFE953C851}" type="sibTrans" cxnId="{62D39677-AA82-43DA-ACD8-6AFFBAFDBA2A}">
      <dgm:prSet/>
      <dgm:spPr/>
      <dgm:t>
        <a:bodyPr/>
        <a:lstStyle/>
        <a:p>
          <a:endParaRPr lang="it-IT"/>
        </a:p>
      </dgm:t>
    </dgm:pt>
    <dgm:pt modelId="{3894CFA4-CA55-4FD4-9BE3-52CF63D21564}">
      <dgm:prSet phldr="0"/>
      <dgm:spPr/>
      <dgm:t>
        <a:bodyPr/>
        <a:lstStyle/>
        <a:p>
          <a:pPr rtl="0"/>
          <a:r>
            <a:rPr lang="en-US" sz="1100" b="1" dirty="0" err="1">
              <a:solidFill>
                <a:schemeClr val="accent6"/>
              </a:solidFill>
              <a:latin typeface="Calibri"/>
              <a:ea typeface="Calibri"/>
              <a:cs typeface="Calibri"/>
            </a:rPr>
            <a:t>Id_distributor</a:t>
          </a:r>
          <a:endParaRPr lang="en-US" sz="1100" b="1" dirty="0">
            <a:solidFill>
              <a:schemeClr val="accent6"/>
            </a:solidFill>
            <a:latin typeface="Calibri"/>
            <a:ea typeface="Calibri"/>
            <a:cs typeface="Calibri"/>
          </a:endParaRPr>
        </a:p>
      </dgm:t>
    </dgm:pt>
    <dgm:pt modelId="{D21AB6D2-7F46-4A63-B47C-900A13E93597}" type="parTrans" cxnId="{CA998A5C-ED24-44DA-859C-FF6082684F58}">
      <dgm:prSet/>
      <dgm:spPr/>
      <dgm:t>
        <a:bodyPr/>
        <a:lstStyle/>
        <a:p>
          <a:endParaRPr lang="it-IT"/>
        </a:p>
      </dgm:t>
    </dgm:pt>
    <dgm:pt modelId="{52621A74-13BE-42CB-8A50-54EC46AE9AFF}" type="sibTrans" cxnId="{CA998A5C-ED24-44DA-859C-FF6082684F58}">
      <dgm:prSet/>
      <dgm:spPr/>
      <dgm:t>
        <a:bodyPr/>
        <a:lstStyle/>
        <a:p>
          <a:endParaRPr lang="it-IT"/>
        </a:p>
      </dgm:t>
    </dgm:pt>
    <dgm:pt modelId="{A1A4FA4C-8F85-4E51-A2D2-5D666AFBB0B5}">
      <dgm:prSet phldr="0"/>
      <dgm:spPr/>
      <dgm:t>
        <a:bodyPr/>
        <a:lstStyle/>
        <a:p>
          <a:r>
            <a:rPr lang="en-US" sz="1100" dirty="0" err="1">
              <a:latin typeface="Calibri"/>
              <a:ea typeface="Calibri"/>
              <a:cs typeface="Calibri"/>
            </a:rPr>
            <a:t>Date_time</a:t>
          </a:r>
          <a:endParaRPr lang="en-US" sz="1100" dirty="0">
            <a:latin typeface="Calibri"/>
            <a:ea typeface="Calibri"/>
            <a:cs typeface="Calibri"/>
          </a:endParaRPr>
        </a:p>
      </dgm:t>
    </dgm:pt>
    <dgm:pt modelId="{13500859-BE13-4EC0-828F-85608CE49E08}" type="parTrans" cxnId="{761114D2-AA59-4124-A510-6C680439BAFC}">
      <dgm:prSet/>
      <dgm:spPr/>
      <dgm:t>
        <a:bodyPr/>
        <a:lstStyle/>
        <a:p>
          <a:endParaRPr lang="it-IT"/>
        </a:p>
      </dgm:t>
    </dgm:pt>
    <dgm:pt modelId="{B97F81C9-3D23-4257-9CCA-500EDB881115}" type="sibTrans" cxnId="{761114D2-AA59-4124-A510-6C680439BAFC}">
      <dgm:prSet/>
      <dgm:spPr/>
      <dgm:t>
        <a:bodyPr/>
        <a:lstStyle/>
        <a:p>
          <a:endParaRPr lang="it-IT"/>
        </a:p>
      </dgm:t>
    </dgm:pt>
    <dgm:pt modelId="{5FC2ACF1-EE96-4459-AA66-8AB0EB932890}">
      <dgm:prSet phldr="0"/>
      <dgm:spPr/>
      <dgm:t>
        <a:bodyPr/>
        <a:lstStyle/>
        <a:p>
          <a:r>
            <a:rPr lang="en-US" sz="1500" dirty="0">
              <a:latin typeface="Calibri"/>
              <a:ea typeface="Calibri"/>
              <a:cs typeface="Calibri"/>
            </a:rPr>
            <a:t>User</a:t>
          </a:r>
        </a:p>
      </dgm:t>
    </dgm:pt>
    <dgm:pt modelId="{26328B9C-F79A-4EF4-A2D9-586384A2B642}" type="parTrans" cxnId="{DE498AD9-3850-4D44-B01F-8E0CB0294298}">
      <dgm:prSet/>
      <dgm:spPr/>
      <dgm:t>
        <a:bodyPr/>
        <a:lstStyle/>
        <a:p>
          <a:endParaRPr lang="it-IT"/>
        </a:p>
      </dgm:t>
    </dgm:pt>
    <dgm:pt modelId="{C5DAA46F-D0C2-40E9-9A9B-5CD27CB323F5}" type="sibTrans" cxnId="{DE498AD9-3850-4D44-B01F-8E0CB0294298}">
      <dgm:prSet/>
      <dgm:spPr/>
      <dgm:t>
        <a:bodyPr/>
        <a:lstStyle/>
        <a:p>
          <a:endParaRPr lang="it-IT"/>
        </a:p>
      </dgm:t>
    </dgm:pt>
    <dgm:pt modelId="{B53D4298-ADE6-4BA5-911B-E754FAE3AB98}">
      <dgm:prSet phldr="0"/>
      <dgm:spPr/>
      <dgm:t>
        <a:bodyPr/>
        <a:lstStyle/>
        <a:p>
          <a:r>
            <a:rPr lang="en-US" sz="1100" b="0" dirty="0">
              <a:latin typeface="Calibri"/>
              <a:ea typeface="Calibri"/>
              <a:cs typeface="Calibri"/>
            </a:rPr>
            <a:t>password</a:t>
          </a:r>
        </a:p>
      </dgm:t>
    </dgm:pt>
    <dgm:pt modelId="{18BF6B5C-F863-457C-9B35-B5266E12B180}" type="parTrans" cxnId="{5882C146-A7CB-4729-9E65-2D43FA1351F3}">
      <dgm:prSet/>
      <dgm:spPr/>
      <dgm:t>
        <a:bodyPr/>
        <a:lstStyle/>
        <a:p>
          <a:endParaRPr lang="it-IT"/>
        </a:p>
      </dgm:t>
    </dgm:pt>
    <dgm:pt modelId="{086169E6-CC08-4C97-A145-AC65917188C7}" type="sibTrans" cxnId="{5882C146-A7CB-4729-9E65-2D43FA1351F3}">
      <dgm:prSet/>
      <dgm:spPr/>
      <dgm:t>
        <a:bodyPr/>
        <a:lstStyle/>
        <a:p>
          <a:endParaRPr lang="it-IT"/>
        </a:p>
      </dgm:t>
    </dgm:pt>
    <dgm:pt modelId="{0F027F28-5430-4E58-8741-98BD3CB2AA46}">
      <dgm:prSet phldr="0"/>
      <dgm:spPr/>
      <dgm:t>
        <a:bodyPr/>
        <a:lstStyle/>
        <a:p>
          <a:pPr rtl="0"/>
          <a:r>
            <a:rPr lang="en-US" sz="1100" b="1" dirty="0">
              <a:solidFill>
                <a:srgbClr val="FF0000"/>
              </a:solidFill>
              <a:latin typeface="Calibri"/>
              <a:ea typeface="Calibri"/>
              <a:cs typeface="Calibri"/>
            </a:rPr>
            <a:t>Id</a:t>
          </a:r>
        </a:p>
      </dgm:t>
    </dgm:pt>
    <dgm:pt modelId="{2B9416ED-1697-419B-A89C-AE9E1A5E899A}" type="parTrans" cxnId="{0A823CC6-A4F2-4285-99B7-1EFD05FB26C7}">
      <dgm:prSet/>
      <dgm:spPr/>
      <dgm:t>
        <a:bodyPr/>
        <a:lstStyle/>
        <a:p>
          <a:endParaRPr lang="it-IT"/>
        </a:p>
      </dgm:t>
    </dgm:pt>
    <dgm:pt modelId="{D0065F03-B492-40B4-9D0B-A5D5B7653971}" type="sibTrans" cxnId="{0A823CC6-A4F2-4285-99B7-1EFD05FB26C7}">
      <dgm:prSet/>
      <dgm:spPr/>
      <dgm:t>
        <a:bodyPr/>
        <a:lstStyle/>
        <a:p>
          <a:endParaRPr lang="it-IT"/>
        </a:p>
      </dgm:t>
    </dgm:pt>
    <dgm:pt modelId="{271AC1A3-D259-48CD-85B7-C81DBB91B7CD}">
      <dgm:prSet phldr="0"/>
      <dgm:spPr/>
      <dgm:t>
        <a:bodyPr/>
        <a:lstStyle/>
        <a:p>
          <a:pPr rtl="0"/>
          <a:r>
            <a:rPr lang="en-US" sz="1100" b="0" dirty="0">
              <a:latin typeface="Calibri"/>
              <a:ea typeface="Calibri"/>
              <a:cs typeface="Calibri"/>
            </a:rPr>
            <a:t>Name</a:t>
          </a:r>
        </a:p>
      </dgm:t>
    </dgm:pt>
    <dgm:pt modelId="{1E09754E-F25E-4B85-9F85-326013B5E45D}" type="parTrans" cxnId="{9EC109BB-F230-472C-88AC-EAD72032AFDC}">
      <dgm:prSet/>
      <dgm:spPr/>
      <dgm:t>
        <a:bodyPr/>
        <a:lstStyle/>
        <a:p>
          <a:endParaRPr lang="it-IT"/>
        </a:p>
      </dgm:t>
    </dgm:pt>
    <dgm:pt modelId="{B7E9EEAC-7934-4A3A-BE29-A2A93989065D}" type="sibTrans" cxnId="{9EC109BB-F230-472C-88AC-EAD72032AFDC}">
      <dgm:prSet/>
      <dgm:spPr/>
      <dgm:t>
        <a:bodyPr/>
        <a:lstStyle/>
        <a:p>
          <a:endParaRPr lang="it-IT"/>
        </a:p>
      </dgm:t>
    </dgm:pt>
    <dgm:pt modelId="{1C2DB92F-A2A9-4271-8898-7AD9AE47B201}">
      <dgm:prSet phldr="0"/>
      <dgm:spPr/>
      <dgm:t>
        <a:bodyPr/>
        <a:lstStyle/>
        <a:p>
          <a:pPr rtl="0"/>
          <a:r>
            <a:rPr lang="en-US" sz="1100" b="0" dirty="0">
              <a:latin typeface="Calibri"/>
              <a:ea typeface="Calibri"/>
              <a:cs typeface="Calibri"/>
            </a:rPr>
            <a:t>Email</a:t>
          </a:r>
        </a:p>
      </dgm:t>
    </dgm:pt>
    <dgm:pt modelId="{AB07263A-07D1-4C81-84DC-CDE37E46931E}" type="parTrans" cxnId="{DF5FF5D7-1C1E-47CC-A8D6-A0E11BF881D2}">
      <dgm:prSet/>
      <dgm:spPr/>
      <dgm:t>
        <a:bodyPr/>
        <a:lstStyle/>
        <a:p>
          <a:endParaRPr lang="it-IT"/>
        </a:p>
      </dgm:t>
    </dgm:pt>
    <dgm:pt modelId="{AB932414-E6AF-4A8C-A3FC-01392E3497EA}" type="sibTrans" cxnId="{DF5FF5D7-1C1E-47CC-A8D6-A0E11BF881D2}">
      <dgm:prSet/>
      <dgm:spPr/>
      <dgm:t>
        <a:bodyPr/>
        <a:lstStyle/>
        <a:p>
          <a:endParaRPr lang="it-IT"/>
        </a:p>
      </dgm:t>
    </dgm:pt>
    <dgm:pt modelId="{762AB370-70D6-406D-B1AC-E92DA22C32A6}" type="pres">
      <dgm:prSet presAssocID="{305329BB-8103-4A31-AA16-163B88F63A06}" presName="Name0" presStyleCnt="0">
        <dgm:presLayoutVars>
          <dgm:dir/>
          <dgm:animLvl val="lvl"/>
          <dgm:resizeHandles val="exact"/>
        </dgm:presLayoutVars>
      </dgm:prSet>
      <dgm:spPr/>
    </dgm:pt>
    <dgm:pt modelId="{34AFAE9C-7CA7-411A-BF29-7B561DCF90AA}" type="pres">
      <dgm:prSet presAssocID="{A07E7361-0524-4BBE-8B7E-1435B45A52D7}" presName="composite" presStyleCnt="0"/>
      <dgm:spPr/>
    </dgm:pt>
    <dgm:pt modelId="{D61B9085-CD04-4866-B259-FE94E574AF4A}" type="pres">
      <dgm:prSet presAssocID="{A07E7361-0524-4BBE-8B7E-1435B45A52D7}" presName="parTx" presStyleLbl="alignNode1" presStyleIdx="0" presStyleCnt="5">
        <dgm:presLayoutVars>
          <dgm:chMax val="0"/>
          <dgm:chPref val="0"/>
        </dgm:presLayoutVars>
      </dgm:prSet>
      <dgm:spPr/>
    </dgm:pt>
    <dgm:pt modelId="{3649A344-BDB9-46F3-998E-F9023656FCEB}" type="pres">
      <dgm:prSet presAssocID="{A07E7361-0524-4BBE-8B7E-1435B45A52D7}" presName="desTx" presStyleLbl="alignAccFollowNode1" presStyleIdx="0" presStyleCnt="5">
        <dgm:presLayoutVars/>
      </dgm:prSet>
      <dgm:spPr/>
    </dgm:pt>
    <dgm:pt modelId="{EE2EB5CA-03B3-472F-AE26-420F9A103661}" type="pres">
      <dgm:prSet presAssocID="{C7DCD954-2934-4F00-B76F-7D666E4B9C55}" presName="space" presStyleCnt="0"/>
      <dgm:spPr/>
    </dgm:pt>
    <dgm:pt modelId="{9A887ECC-2806-4EF1-8198-AB495722DC8D}" type="pres">
      <dgm:prSet presAssocID="{9FB25259-AE05-4643-A654-D2F9794FA792}" presName="composite" presStyleCnt="0"/>
      <dgm:spPr/>
    </dgm:pt>
    <dgm:pt modelId="{306F89D1-A05D-4199-A43E-C84B76F053F3}" type="pres">
      <dgm:prSet presAssocID="{9FB25259-AE05-4643-A654-D2F9794FA792}" presName="parTx" presStyleLbl="alignNode1" presStyleIdx="1" presStyleCnt="5">
        <dgm:presLayoutVars>
          <dgm:chMax val="0"/>
          <dgm:chPref val="0"/>
        </dgm:presLayoutVars>
      </dgm:prSet>
      <dgm:spPr/>
    </dgm:pt>
    <dgm:pt modelId="{B1B6CBE5-9E97-4834-831E-8469D37A7D42}" type="pres">
      <dgm:prSet presAssocID="{9FB25259-AE05-4643-A654-D2F9794FA792}" presName="desTx" presStyleLbl="alignAccFollowNode1" presStyleIdx="1" presStyleCnt="5">
        <dgm:presLayoutVars/>
      </dgm:prSet>
      <dgm:spPr/>
    </dgm:pt>
    <dgm:pt modelId="{7A5262C5-506B-42FE-AF77-35B232164B33}" type="pres">
      <dgm:prSet presAssocID="{3D735D64-719C-481A-A368-47C019528A54}" presName="space" presStyleCnt="0"/>
      <dgm:spPr/>
    </dgm:pt>
    <dgm:pt modelId="{6107306B-E7D8-4EB7-9ACE-3D5C0E7125ED}" type="pres">
      <dgm:prSet presAssocID="{8DEFCDC1-08ED-4A52-8853-B285ECE42745}" presName="composite" presStyleCnt="0"/>
      <dgm:spPr/>
    </dgm:pt>
    <dgm:pt modelId="{F8CF985A-A9CB-4ECE-9DAF-22B79D6C4AAB}" type="pres">
      <dgm:prSet presAssocID="{8DEFCDC1-08ED-4A52-8853-B285ECE42745}" presName="parTx" presStyleLbl="alignNode1" presStyleIdx="2" presStyleCnt="5">
        <dgm:presLayoutVars>
          <dgm:chMax val="0"/>
          <dgm:chPref val="0"/>
        </dgm:presLayoutVars>
      </dgm:prSet>
      <dgm:spPr/>
    </dgm:pt>
    <dgm:pt modelId="{8D069A42-82B2-4FDC-8228-E929F101006F}" type="pres">
      <dgm:prSet presAssocID="{8DEFCDC1-08ED-4A52-8853-B285ECE42745}" presName="desTx" presStyleLbl="alignAccFollowNode1" presStyleIdx="2" presStyleCnt="5">
        <dgm:presLayoutVars/>
      </dgm:prSet>
      <dgm:spPr/>
    </dgm:pt>
    <dgm:pt modelId="{BDB3C8AE-B531-4323-9B1D-D5CE722DFD1B}" type="pres">
      <dgm:prSet presAssocID="{30FDC40F-B340-4C18-9CC5-507AF63CBA66}" presName="space" presStyleCnt="0"/>
      <dgm:spPr/>
    </dgm:pt>
    <dgm:pt modelId="{45BC3C95-18F5-4FB1-9C33-E134CF212AB4}" type="pres">
      <dgm:prSet presAssocID="{589B120F-EED0-45AF-B377-88ECC1787D9E}" presName="composite" presStyleCnt="0"/>
      <dgm:spPr/>
    </dgm:pt>
    <dgm:pt modelId="{75F5B732-EEA6-4A85-A987-43FC50EF11EE}" type="pres">
      <dgm:prSet presAssocID="{589B120F-EED0-45AF-B377-88ECC1787D9E}" presName="parTx" presStyleLbl="alignNode1" presStyleIdx="3" presStyleCnt="5">
        <dgm:presLayoutVars>
          <dgm:chMax val="0"/>
          <dgm:chPref val="0"/>
        </dgm:presLayoutVars>
      </dgm:prSet>
      <dgm:spPr/>
    </dgm:pt>
    <dgm:pt modelId="{EA459B20-673A-4E65-BA83-66EACD38CC2B}" type="pres">
      <dgm:prSet presAssocID="{589B120F-EED0-45AF-B377-88ECC1787D9E}" presName="desTx" presStyleLbl="alignAccFollowNode1" presStyleIdx="3" presStyleCnt="5">
        <dgm:presLayoutVars/>
      </dgm:prSet>
      <dgm:spPr/>
    </dgm:pt>
    <dgm:pt modelId="{EE78D50A-1FD8-44C5-B8FA-522E733F22F2}" type="pres">
      <dgm:prSet presAssocID="{76BD8975-6CDA-4B50-94A6-3DA69B16BB5A}" presName="space" presStyleCnt="0"/>
      <dgm:spPr/>
    </dgm:pt>
    <dgm:pt modelId="{B60454C7-9D33-497B-812B-744ED7ECC3E0}" type="pres">
      <dgm:prSet presAssocID="{5FC2ACF1-EE96-4459-AA66-8AB0EB932890}" presName="composite" presStyleCnt="0"/>
      <dgm:spPr/>
    </dgm:pt>
    <dgm:pt modelId="{D70012ED-4525-4CFE-ABA8-6E5779D85F0E}" type="pres">
      <dgm:prSet presAssocID="{5FC2ACF1-EE96-4459-AA66-8AB0EB932890}" presName="parTx" presStyleLbl="alignNode1" presStyleIdx="4" presStyleCnt="5">
        <dgm:presLayoutVars>
          <dgm:chMax val="0"/>
          <dgm:chPref val="0"/>
        </dgm:presLayoutVars>
      </dgm:prSet>
      <dgm:spPr/>
    </dgm:pt>
    <dgm:pt modelId="{64D3EA5E-E4C4-417E-A201-81D332EB2A79}" type="pres">
      <dgm:prSet presAssocID="{5FC2ACF1-EE96-4459-AA66-8AB0EB932890}" presName="desTx" presStyleLbl="alignAccFollowNode1" presStyleIdx="4" presStyleCnt="5">
        <dgm:presLayoutVars/>
      </dgm:prSet>
      <dgm:spPr/>
    </dgm:pt>
  </dgm:ptLst>
  <dgm:cxnLst>
    <dgm:cxn modelId="{762A0B0C-96CF-460C-9D09-F7DBAFCC64EE}" type="presOf" srcId="{589B120F-EED0-45AF-B377-88ECC1787D9E}" destId="{75F5B732-EEA6-4A85-A987-43FC50EF11EE}" srcOrd="0" destOrd="0" presId="urn:microsoft.com/office/officeart/2016/7/layout/HorizontalActionList"/>
    <dgm:cxn modelId="{5DE9DB14-799C-4D42-AEB5-ED0727CADDD7}" type="presOf" srcId="{1FF5C3F7-26D9-409F-89F1-1610E7ABAE90}" destId="{EA459B20-673A-4E65-BA83-66EACD38CC2B}" srcOrd="0" destOrd="1" presId="urn:microsoft.com/office/officeart/2016/7/layout/HorizontalActionList"/>
    <dgm:cxn modelId="{63B78417-5AB4-46AD-B04B-65C1087F0AAC}" type="presOf" srcId="{5FC2ACF1-EE96-4459-AA66-8AB0EB932890}" destId="{D70012ED-4525-4CFE-ABA8-6E5779D85F0E}" srcOrd="0" destOrd="0" presId="urn:microsoft.com/office/officeart/2016/7/layout/HorizontalActionList"/>
    <dgm:cxn modelId="{CB8EDE1D-9791-47CD-B017-BDF1377B9808}" type="presOf" srcId="{305329BB-8103-4A31-AA16-163B88F63A06}" destId="{762AB370-70D6-406D-B1AC-E92DA22C32A6}" srcOrd="0" destOrd="0" presId="urn:microsoft.com/office/officeart/2016/7/layout/HorizontalActionList"/>
    <dgm:cxn modelId="{39F7C31E-7761-46F1-AFA5-FA9967862CA2}" type="presOf" srcId="{98809BF5-90A9-42EC-97F6-3A11FA8ABB93}" destId="{B1B6CBE5-9E97-4834-831E-8469D37A7D42}" srcOrd="0" destOrd="1" presId="urn:microsoft.com/office/officeart/2016/7/layout/HorizontalActionList"/>
    <dgm:cxn modelId="{9D38B827-1B1F-493D-9500-46F7E3D99401}" type="presOf" srcId="{3894CFA4-CA55-4FD4-9BE3-52CF63D21564}" destId="{EA459B20-673A-4E65-BA83-66EACD38CC2B}" srcOrd="0" destOrd="0" presId="urn:microsoft.com/office/officeart/2016/7/layout/HorizontalActionList"/>
    <dgm:cxn modelId="{8F83822C-7BE6-432B-8656-EC11C11D92D2}" type="presOf" srcId="{94DBD807-6CBF-448C-A1D6-2D9D1EC8D6D4}" destId="{3649A344-BDB9-46F3-998E-F9023656FCEB}" srcOrd="0" destOrd="2" presId="urn:microsoft.com/office/officeart/2016/7/layout/HorizontalActionList"/>
    <dgm:cxn modelId="{B3529B34-654E-47A0-A5F8-69D073DD7D23}" srcId="{A07E7361-0524-4BBE-8B7E-1435B45A52D7}" destId="{D0E1A188-2A1F-407C-9217-1014811C183B}" srcOrd="3" destOrd="0" parTransId="{831E90FA-F5F9-4B43-ADFC-454467638C33}" sibTransId="{AAA0A54B-669D-4B0D-8EF1-6FD4708380DB}"/>
    <dgm:cxn modelId="{10FBE15B-2202-4F64-AE11-14357424F9E2}" type="presOf" srcId="{1C2DB92F-A2A9-4271-8898-7AD9AE47B201}" destId="{64D3EA5E-E4C4-417E-A201-81D332EB2A79}" srcOrd="0" destOrd="2" presId="urn:microsoft.com/office/officeart/2016/7/layout/HorizontalActionList"/>
    <dgm:cxn modelId="{CA998A5C-ED24-44DA-859C-FF6082684F58}" srcId="{589B120F-EED0-45AF-B377-88ECC1787D9E}" destId="{3894CFA4-CA55-4FD4-9BE3-52CF63D21564}" srcOrd="0" destOrd="0" parTransId="{D21AB6D2-7F46-4A63-B47C-900A13E93597}" sibTransId="{52621A74-13BE-42CB-8A50-54EC46AE9AFF}"/>
    <dgm:cxn modelId="{6957A55D-DF72-4792-9388-DFAC6E240C97}" srcId="{305329BB-8103-4A31-AA16-163B88F63A06}" destId="{9FB25259-AE05-4643-A654-D2F9794FA792}" srcOrd="1" destOrd="0" parTransId="{CB419E0B-DF2E-4392-929B-13FEDA04B6F3}" sibTransId="{3D735D64-719C-481A-A368-47C019528A54}"/>
    <dgm:cxn modelId="{60BB9841-6CFE-4B39-AAE8-6432A7B83DDF}" srcId="{9FB25259-AE05-4643-A654-D2F9794FA792}" destId="{98809BF5-90A9-42EC-97F6-3A11FA8ABB93}" srcOrd="1" destOrd="0" parTransId="{001C19EE-A53A-489F-AA2E-87174B734B80}" sibTransId="{D4723EE2-A2DD-465A-8161-68B9B4E29C8F}"/>
    <dgm:cxn modelId="{5B1AD145-C5E8-40F9-B653-6CE1292CF476}" type="presOf" srcId="{0F027F28-5430-4E58-8741-98BD3CB2AA46}" destId="{64D3EA5E-E4C4-417E-A201-81D332EB2A79}" srcOrd="0" destOrd="0" presId="urn:microsoft.com/office/officeart/2016/7/layout/HorizontalActionList"/>
    <dgm:cxn modelId="{5882C146-A7CB-4729-9E65-2D43FA1351F3}" srcId="{5FC2ACF1-EE96-4459-AA66-8AB0EB932890}" destId="{B53D4298-ADE6-4BA5-911B-E754FAE3AB98}" srcOrd="3" destOrd="0" parTransId="{18BF6B5C-F863-457C-9B35-B5266E12B180}" sibTransId="{086169E6-CC08-4C97-A145-AC65917188C7}"/>
    <dgm:cxn modelId="{E0260370-6A0A-4A3D-8A59-98677C4D9665}" srcId="{9FB25259-AE05-4643-A654-D2F9794FA792}" destId="{A674E4D6-868F-48FD-9B18-FBF20F95AB06}" srcOrd="0" destOrd="0" parTransId="{6E6E499A-0C3C-427D-B5CE-8A5C9C0F6A00}" sibTransId="{35B868EE-03EC-4768-9925-15961EB56E52}"/>
    <dgm:cxn modelId="{CAB70450-311D-47FA-B7D0-4BEBF9AD55F8}" srcId="{A07E7361-0524-4BBE-8B7E-1435B45A52D7}" destId="{0BBDAAA3-4D3A-40AC-A519-ACC5C178EDA6}" srcOrd="1" destOrd="0" parTransId="{F11FA07C-9DE9-4F91-BAC8-6D429FC5C082}" sibTransId="{95FAF20D-2D07-4A4B-AFAB-64FD0D531FAD}"/>
    <dgm:cxn modelId="{1EDC8472-3BF6-4E03-B593-BBBBB75B6C88}" type="presOf" srcId="{0BBDAAA3-4D3A-40AC-A519-ACC5C178EDA6}" destId="{3649A344-BDB9-46F3-998E-F9023656FCEB}" srcOrd="0" destOrd="1" presId="urn:microsoft.com/office/officeart/2016/7/layout/HorizontalActionList"/>
    <dgm:cxn modelId="{BD810A53-B26A-437B-A69A-51A0C0721314}" srcId="{305329BB-8103-4A31-AA16-163B88F63A06}" destId="{A07E7361-0524-4BBE-8B7E-1435B45A52D7}" srcOrd="0" destOrd="0" parTransId="{59989BB4-7733-403E-B83E-3844641108F8}" sibTransId="{C7DCD954-2934-4F00-B76F-7D666E4B9C55}"/>
    <dgm:cxn modelId="{9CE69073-38C7-4E40-8205-E909FED5FF87}" type="presOf" srcId="{764D88F6-BE9E-453E-9A51-1E7A5393379A}" destId="{B1B6CBE5-9E97-4834-831E-8469D37A7D42}" srcOrd="0" destOrd="2" presId="urn:microsoft.com/office/officeart/2016/7/layout/HorizontalActionList"/>
    <dgm:cxn modelId="{62D39677-AA82-43DA-ACD8-6AFFBAFDBA2A}" srcId="{589B120F-EED0-45AF-B377-88ECC1787D9E}" destId="{1FF5C3F7-26D9-409F-89F1-1610E7ABAE90}" srcOrd="1" destOrd="0" parTransId="{0A1FF4EC-D8C6-49C8-B67C-01EF6D8B4945}" sibTransId="{B556E231-833D-4B37-BFE8-40CFE953C851}"/>
    <dgm:cxn modelId="{35D97778-1A9F-46F2-A995-8C4F12B41A93}" type="presOf" srcId="{AD5C756A-4B80-4E46-B61F-3DB94FD2788B}" destId="{3649A344-BDB9-46F3-998E-F9023656FCEB}" srcOrd="0" destOrd="4" presId="urn:microsoft.com/office/officeart/2016/7/layout/HorizontalActionList"/>
    <dgm:cxn modelId="{7790207C-44DF-4B1F-A6DD-4A24E41CFA87}" srcId="{A07E7361-0524-4BBE-8B7E-1435B45A52D7}" destId="{94DBD807-6CBF-448C-A1D6-2D9D1EC8D6D4}" srcOrd="2" destOrd="0" parTransId="{A0A9A693-557C-4D5C-ACBE-39D7596219BF}" sibTransId="{74F9D311-3EF2-40F8-8B91-76CB4FBF98F3}"/>
    <dgm:cxn modelId="{13819E83-3ED9-45B8-A260-DC00A2725188}" srcId="{305329BB-8103-4A31-AA16-163B88F63A06}" destId="{8DEFCDC1-08ED-4A52-8853-B285ECE42745}" srcOrd="2" destOrd="0" parTransId="{A044292D-821B-4E1D-87FA-FDE43B4E435F}" sibTransId="{30FDC40F-B340-4C18-9CC5-507AF63CBA66}"/>
    <dgm:cxn modelId="{C8FEB78C-04FB-45A4-A395-C41811D3A475}" type="presOf" srcId="{A674E4D6-868F-48FD-9B18-FBF20F95AB06}" destId="{B1B6CBE5-9E97-4834-831E-8469D37A7D42}" srcOrd="0" destOrd="0" presId="urn:microsoft.com/office/officeart/2016/7/layout/HorizontalActionList"/>
    <dgm:cxn modelId="{5EFFC28F-1F49-4125-967C-186B30E65D8C}" srcId="{8DEFCDC1-08ED-4A52-8853-B285ECE42745}" destId="{A564AC35-5A26-4A5A-9885-946CB09DC2B5}" srcOrd="0" destOrd="0" parTransId="{51E5DB95-1449-4E3D-8C85-ADA1AD0C3553}" sibTransId="{CD0575E7-E381-4A7D-9927-DFDA91213DFF}"/>
    <dgm:cxn modelId="{659A5691-C34C-4032-85E6-A9D196FE825C}" srcId="{A07E7361-0524-4BBE-8B7E-1435B45A52D7}" destId="{A2F17C35-ABFE-4E6F-81FA-24A9F8F6CCBF}" srcOrd="0" destOrd="0" parTransId="{AF0E0F90-B015-477C-87CE-A428DBE08015}" sibTransId="{FC5F3138-81FE-4BA1-A300-B5C698C169D0}"/>
    <dgm:cxn modelId="{ABE4E792-4FD3-4EFB-8724-3307EEA36F7E}" type="presOf" srcId="{A564AC35-5A26-4A5A-9885-946CB09DC2B5}" destId="{8D069A42-82B2-4FDC-8228-E929F101006F}" srcOrd="0" destOrd="0" presId="urn:microsoft.com/office/officeart/2016/7/layout/HorizontalActionList"/>
    <dgm:cxn modelId="{0F82909A-CC73-47A4-AC58-2CD583D0F269}" srcId="{9FB25259-AE05-4643-A654-D2F9794FA792}" destId="{764D88F6-BE9E-453E-9A51-1E7A5393379A}" srcOrd="2" destOrd="0" parTransId="{9BA43A6F-D4E7-462C-9FA6-820C7FCF09A0}" sibTransId="{C242729E-72A5-43EA-9132-FCA18F52508D}"/>
    <dgm:cxn modelId="{9540E0A3-F03F-47E9-8C23-4D095112F100}" type="presOf" srcId="{3CEC5154-FD47-489D-810B-AA5DCFBBF2D7}" destId="{8D069A42-82B2-4FDC-8228-E929F101006F}" srcOrd="0" destOrd="1" presId="urn:microsoft.com/office/officeart/2016/7/layout/HorizontalActionList"/>
    <dgm:cxn modelId="{CC8D7CA6-7832-4D2A-ADDF-7B983003E4D0}" type="presOf" srcId="{58754629-1DD6-4061-85F7-7CA357DE82FA}" destId="{8D069A42-82B2-4FDC-8228-E929F101006F}" srcOrd="0" destOrd="2" presId="urn:microsoft.com/office/officeart/2016/7/layout/HorizontalActionList"/>
    <dgm:cxn modelId="{6013AAA6-71E8-45AC-8CC5-B8A76704A6DB}" type="presOf" srcId="{A07E7361-0524-4BBE-8B7E-1435B45A52D7}" destId="{D61B9085-CD04-4866-B259-FE94E574AF4A}" srcOrd="0" destOrd="0" presId="urn:microsoft.com/office/officeart/2016/7/layout/HorizontalActionList"/>
    <dgm:cxn modelId="{848FB0AF-1A0F-4CFF-BD0C-1F659EEF28FE}" srcId="{305329BB-8103-4A31-AA16-163B88F63A06}" destId="{589B120F-EED0-45AF-B377-88ECC1787D9E}" srcOrd="3" destOrd="0" parTransId="{11990471-6405-4760-BAEB-9386AF180C45}" sibTransId="{76BD8975-6CDA-4B50-94A6-3DA69B16BB5A}"/>
    <dgm:cxn modelId="{2ED7A9B0-8573-4559-876E-5324B7267D71}" type="presOf" srcId="{271AC1A3-D259-48CD-85B7-C81DBB91B7CD}" destId="{64D3EA5E-E4C4-417E-A201-81D332EB2A79}" srcOrd="0" destOrd="1" presId="urn:microsoft.com/office/officeart/2016/7/layout/HorizontalActionList"/>
    <dgm:cxn modelId="{93980AB5-37CF-4546-9FD3-2C2CE59A3449}" type="presOf" srcId="{8DEFCDC1-08ED-4A52-8853-B285ECE42745}" destId="{F8CF985A-A9CB-4ECE-9DAF-22B79D6C4AAB}" srcOrd="0" destOrd="0" presId="urn:microsoft.com/office/officeart/2016/7/layout/HorizontalActionList"/>
    <dgm:cxn modelId="{074369B8-85CF-4CDA-9FC0-D61925CFFD93}" srcId="{A07E7361-0524-4BBE-8B7E-1435B45A52D7}" destId="{AD5C756A-4B80-4E46-B61F-3DB94FD2788B}" srcOrd="4" destOrd="0" parTransId="{8FB243A0-44C6-42B7-867E-2A8B1D13E7A5}" sibTransId="{6C4336FC-79AD-41CD-901B-01D9A991BBCD}"/>
    <dgm:cxn modelId="{9EC109BB-F230-472C-88AC-EAD72032AFDC}" srcId="{5FC2ACF1-EE96-4459-AA66-8AB0EB932890}" destId="{271AC1A3-D259-48CD-85B7-C81DBB91B7CD}" srcOrd="1" destOrd="0" parTransId="{1E09754E-F25E-4B85-9F85-326013B5E45D}" sibTransId="{B7E9EEAC-7934-4A3A-BE29-A2A93989065D}"/>
    <dgm:cxn modelId="{563F0BC0-1ECD-4862-824E-5D4837B1806B}" type="presOf" srcId="{B53D4298-ADE6-4BA5-911B-E754FAE3AB98}" destId="{64D3EA5E-E4C4-417E-A201-81D332EB2A79}" srcOrd="0" destOrd="3" presId="urn:microsoft.com/office/officeart/2016/7/layout/HorizontalActionList"/>
    <dgm:cxn modelId="{4C4737C6-F319-4951-9BB5-3F542EF646BF}" type="presOf" srcId="{A2F17C35-ABFE-4E6F-81FA-24A9F8F6CCBF}" destId="{3649A344-BDB9-46F3-998E-F9023656FCEB}" srcOrd="0" destOrd="0" presId="urn:microsoft.com/office/officeart/2016/7/layout/HorizontalActionList"/>
    <dgm:cxn modelId="{0A823CC6-A4F2-4285-99B7-1EFD05FB26C7}" srcId="{5FC2ACF1-EE96-4459-AA66-8AB0EB932890}" destId="{0F027F28-5430-4E58-8741-98BD3CB2AA46}" srcOrd="0" destOrd="0" parTransId="{2B9416ED-1697-419B-A89C-AE9E1A5E899A}" sibTransId="{D0065F03-B492-40B4-9D0B-A5D5B7653971}"/>
    <dgm:cxn modelId="{761114D2-AA59-4124-A510-6C680439BAFC}" srcId="{589B120F-EED0-45AF-B377-88ECC1787D9E}" destId="{A1A4FA4C-8F85-4E51-A2D2-5D666AFBB0B5}" srcOrd="2" destOrd="0" parTransId="{13500859-BE13-4EC0-828F-85608CE49E08}" sibTransId="{B97F81C9-3D23-4257-9CCA-500EDB881115}"/>
    <dgm:cxn modelId="{DF5FF5D7-1C1E-47CC-A8D6-A0E11BF881D2}" srcId="{5FC2ACF1-EE96-4459-AA66-8AB0EB932890}" destId="{1C2DB92F-A2A9-4271-8898-7AD9AE47B201}" srcOrd="2" destOrd="0" parTransId="{AB07263A-07D1-4C81-84DC-CDE37E46931E}" sibTransId="{AB932414-E6AF-4A8C-A3FC-01392E3497EA}"/>
    <dgm:cxn modelId="{DE498AD9-3850-4D44-B01F-8E0CB0294298}" srcId="{305329BB-8103-4A31-AA16-163B88F63A06}" destId="{5FC2ACF1-EE96-4459-AA66-8AB0EB932890}" srcOrd="4" destOrd="0" parTransId="{26328B9C-F79A-4EF4-A2D9-586384A2B642}" sibTransId="{C5DAA46F-D0C2-40E9-9A9B-5CD27CB323F5}"/>
    <dgm:cxn modelId="{2810F5E2-1BB9-4527-BD26-3A80ED53C54F}" type="presOf" srcId="{9FB25259-AE05-4643-A654-D2F9794FA792}" destId="{306F89D1-A05D-4199-A43E-C84B76F053F3}" srcOrd="0" destOrd="0" presId="urn:microsoft.com/office/officeart/2016/7/layout/HorizontalActionList"/>
    <dgm:cxn modelId="{C6272BE6-91FE-4384-884D-68FBDFD2F6C9}" type="presOf" srcId="{D0E1A188-2A1F-407C-9217-1014811C183B}" destId="{3649A344-BDB9-46F3-998E-F9023656FCEB}" srcOrd="0" destOrd="3" presId="urn:microsoft.com/office/officeart/2016/7/layout/HorizontalActionList"/>
    <dgm:cxn modelId="{EC967EF7-B971-40C6-B4B0-21EF5327ABBF}" srcId="{8DEFCDC1-08ED-4A52-8853-B285ECE42745}" destId="{58754629-1DD6-4061-85F7-7CA357DE82FA}" srcOrd="2" destOrd="0" parTransId="{BFE67662-79A5-495C-808E-C0973D8A3AED}" sibTransId="{20EA66A4-F70D-4077-A51F-2CD3C60DCD8B}"/>
    <dgm:cxn modelId="{52AF1DF9-3098-4A40-9864-201F96AA8209}" type="presOf" srcId="{A1A4FA4C-8F85-4E51-A2D2-5D666AFBB0B5}" destId="{EA459B20-673A-4E65-BA83-66EACD38CC2B}" srcOrd="0" destOrd="2" presId="urn:microsoft.com/office/officeart/2016/7/layout/HorizontalActionList"/>
    <dgm:cxn modelId="{C4CE22F9-46A5-41AB-A528-77B60236CCC8}" srcId="{8DEFCDC1-08ED-4A52-8853-B285ECE42745}" destId="{3CEC5154-FD47-489D-810B-AA5DCFBBF2D7}" srcOrd="1" destOrd="0" parTransId="{72DE80E6-643D-4177-AAF1-071EDF0F4E7D}" sibTransId="{35B2D555-034B-4375-B9A5-885A332A59D8}"/>
    <dgm:cxn modelId="{5048714D-3BB2-465A-A563-8BCCF01A4A2A}" type="presParOf" srcId="{762AB370-70D6-406D-B1AC-E92DA22C32A6}" destId="{34AFAE9C-7CA7-411A-BF29-7B561DCF90AA}" srcOrd="0" destOrd="0" presId="urn:microsoft.com/office/officeart/2016/7/layout/HorizontalActionList"/>
    <dgm:cxn modelId="{ADE0E492-517B-4434-83C5-6A599D4142A8}" type="presParOf" srcId="{34AFAE9C-7CA7-411A-BF29-7B561DCF90AA}" destId="{D61B9085-CD04-4866-B259-FE94E574AF4A}" srcOrd="0" destOrd="0" presId="urn:microsoft.com/office/officeart/2016/7/layout/HorizontalActionList"/>
    <dgm:cxn modelId="{D7D20C93-A2C5-48B5-BC84-A3AE57E40364}" type="presParOf" srcId="{34AFAE9C-7CA7-411A-BF29-7B561DCF90AA}" destId="{3649A344-BDB9-46F3-998E-F9023656FCEB}" srcOrd="1" destOrd="0" presId="urn:microsoft.com/office/officeart/2016/7/layout/HorizontalActionList"/>
    <dgm:cxn modelId="{750BA47C-7E69-4B52-9487-197CA8D7780A}" type="presParOf" srcId="{762AB370-70D6-406D-B1AC-E92DA22C32A6}" destId="{EE2EB5CA-03B3-472F-AE26-420F9A103661}" srcOrd="1" destOrd="0" presId="urn:microsoft.com/office/officeart/2016/7/layout/HorizontalActionList"/>
    <dgm:cxn modelId="{A0D4A23C-51FE-4104-9026-4DF3C9A28C0C}" type="presParOf" srcId="{762AB370-70D6-406D-B1AC-E92DA22C32A6}" destId="{9A887ECC-2806-4EF1-8198-AB495722DC8D}" srcOrd="2" destOrd="0" presId="urn:microsoft.com/office/officeart/2016/7/layout/HorizontalActionList"/>
    <dgm:cxn modelId="{F3CC9D50-DF2D-46B0-AA55-F396D31E0A15}" type="presParOf" srcId="{9A887ECC-2806-4EF1-8198-AB495722DC8D}" destId="{306F89D1-A05D-4199-A43E-C84B76F053F3}" srcOrd="0" destOrd="0" presId="urn:microsoft.com/office/officeart/2016/7/layout/HorizontalActionList"/>
    <dgm:cxn modelId="{073DE3D7-C49A-47C4-8A7F-780832587A9E}" type="presParOf" srcId="{9A887ECC-2806-4EF1-8198-AB495722DC8D}" destId="{B1B6CBE5-9E97-4834-831E-8469D37A7D42}" srcOrd="1" destOrd="0" presId="urn:microsoft.com/office/officeart/2016/7/layout/HorizontalActionList"/>
    <dgm:cxn modelId="{189D4C9D-617B-42FC-95A1-E91AEDDE03D9}" type="presParOf" srcId="{762AB370-70D6-406D-B1AC-E92DA22C32A6}" destId="{7A5262C5-506B-42FE-AF77-35B232164B33}" srcOrd="3" destOrd="0" presId="urn:microsoft.com/office/officeart/2016/7/layout/HorizontalActionList"/>
    <dgm:cxn modelId="{148BF258-A3AB-4CF7-9392-845675675054}" type="presParOf" srcId="{762AB370-70D6-406D-B1AC-E92DA22C32A6}" destId="{6107306B-E7D8-4EB7-9ACE-3D5C0E7125ED}" srcOrd="4" destOrd="0" presId="urn:microsoft.com/office/officeart/2016/7/layout/HorizontalActionList"/>
    <dgm:cxn modelId="{25B7289A-BF47-4791-9B94-20C6957BBE8A}" type="presParOf" srcId="{6107306B-E7D8-4EB7-9ACE-3D5C0E7125ED}" destId="{F8CF985A-A9CB-4ECE-9DAF-22B79D6C4AAB}" srcOrd="0" destOrd="0" presId="urn:microsoft.com/office/officeart/2016/7/layout/HorizontalActionList"/>
    <dgm:cxn modelId="{98E8F6BB-C227-4229-81CC-3B68DAA695FA}" type="presParOf" srcId="{6107306B-E7D8-4EB7-9ACE-3D5C0E7125ED}" destId="{8D069A42-82B2-4FDC-8228-E929F101006F}" srcOrd="1" destOrd="0" presId="urn:microsoft.com/office/officeart/2016/7/layout/HorizontalActionList"/>
    <dgm:cxn modelId="{F6430D54-B0AE-4CDB-9F33-54584BE1E9F2}" type="presParOf" srcId="{762AB370-70D6-406D-B1AC-E92DA22C32A6}" destId="{BDB3C8AE-B531-4323-9B1D-D5CE722DFD1B}" srcOrd="5" destOrd="0" presId="urn:microsoft.com/office/officeart/2016/7/layout/HorizontalActionList"/>
    <dgm:cxn modelId="{1E9AFF3B-3675-401F-B73B-B7913909BC59}" type="presParOf" srcId="{762AB370-70D6-406D-B1AC-E92DA22C32A6}" destId="{45BC3C95-18F5-4FB1-9C33-E134CF212AB4}" srcOrd="6" destOrd="0" presId="urn:microsoft.com/office/officeart/2016/7/layout/HorizontalActionList"/>
    <dgm:cxn modelId="{55F17412-9EE1-4F7D-AFC6-7B6F571E43E0}" type="presParOf" srcId="{45BC3C95-18F5-4FB1-9C33-E134CF212AB4}" destId="{75F5B732-EEA6-4A85-A987-43FC50EF11EE}" srcOrd="0" destOrd="0" presId="urn:microsoft.com/office/officeart/2016/7/layout/HorizontalActionList"/>
    <dgm:cxn modelId="{091C19D8-B52F-4CE8-A888-99652F9B1216}" type="presParOf" srcId="{45BC3C95-18F5-4FB1-9C33-E134CF212AB4}" destId="{EA459B20-673A-4E65-BA83-66EACD38CC2B}" srcOrd="1" destOrd="0" presId="urn:microsoft.com/office/officeart/2016/7/layout/HorizontalActionList"/>
    <dgm:cxn modelId="{BBEAB39C-7A9C-4298-8296-5E62785CB426}" type="presParOf" srcId="{762AB370-70D6-406D-B1AC-E92DA22C32A6}" destId="{EE78D50A-1FD8-44C5-B8FA-522E733F22F2}" srcOrd="7" destOrd="0" presId="urn:microsoft.com/office/officeart/2016/7/layout/HorizontalActionList"/>
    <dgm:cxn modelId="{7F999FD4-CCC9-4417-846E-01D92F897A3C}" type="presParOf" srcId="{762AB370-70D6-406D-B1AC-E92DA22C32A6}" destId="{B60454C7-9D33-497B-812B-744ED7ECC3E0}" srcOrd="8" destOrd="0" presId="urn:microsoft.com/office/officeart/2016/7/layout/HorizontalActionList"/>
    <dgm:cxn modelId="{3B0DC951-9491-44AB-BF80-1A32B2EE4548}" type="presParOf" srcId="{B60454C7-9D33-497B-812B-744ED7ECC3E0}" destId="{D70012ED-4525-4CFE-ABA8-6E5779D85F0E}" srcOrd="0" destOrd="0" presId="urn:microsoft.com/office/officeart/2016/7/layout/HorizontalActionList"/>
    <dgm:cxn modelId="{A64A785B-6B1A-47CE-9B98-2E4CB1CD8E65}" type="presParOf" srcId="{B60454C7-9D33-497B-812B-744ED7ECC3E0}" destId="{64D3EA5E-E4C4-417E-A201-81D332EB2A79}"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26A4C4-F86B-448B-AE20-A86B367906A4}">
      <dsp:nvSpPr>
        <dsp:cNvPr id="0" name=""/>
        <dsp:cNvSpPr/>
      </dsp:nvSpPr>
      <dsp:spPr>
        <a:xfrm>
          <a:off x="1111218" y="293"/>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it-IT" sz="1100" kern="1200"/>
            <a:t>Microcontroller</a:t>
          </a:r>
        </a:p>
      </dsp:txBody>
      <dsp:txXfrm>
        <a:off x="1111218" y="293"/>
        <a:ext cx="4444874" cy="395808"/>
      </dsp:txXfrm>
    </dsp:sp>
    <dsp:sp modelId="{1A39053A-FD4A-449C-B61F-79367F7F7882}">
      <dsp:nvSpPr>
        <dsp:cNvPr id="0" name=""/>
        <dsp:cNvSpPr/>
      </dsp:nvSpPr>
      <dsp:spPr>
        <a:xfrm>
          <a:off x="0" y="293"/>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a:t>ESP32</a:t>
          </a:r>
        </a:p>
      </dsp:txBody>
      <dsp:txXfrm>
        <a:off x="0" y="293"/>
        <a:ext cx="1111218" cy="395808"/>
      </dsp:txXfrm>
    </dsp:sp>
    <dsp:sp modelId="{E3722426-4040-401A-904B-65FA184E001B}">
      <dsp:nvSpPr>
        <dsp:cNvPr id="0" name=""/>
        <dsp:cNvSpPr/>
      </dsp:nvSpPr>
      <dsp:spPr>
        <a:xfrm>
          <a:off x="1111218" y="419849"/>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it-IT" sz="1100" kern="1200" err="1"/>
            <a:t>LoRa</a:t>
          </a:r>
          <a:r>
            <a:rPr lang="it-IT" sz="1100" kern="1200"/>
            <a:t> </a:t>
          </a:r>
          <a:r>
            <a:rPr lang="it-IT" sz="1100" kern="1200" err="1"/>
            <a:t>module</a:t>
          </a:r>
          <a:r>
            <a:rPr lang="it-IT" sz="1100" kern="1200"/>
            <a:t> to </a:t>
          </a:r>
          <a:r>
            <a:rPr lang="it-IT" sz="1100" kern="1200" err="1"/>
            <a:t>send</a:t>
          </a:r>
          <a:r>
            <a:rPr lang="it-IT" sz="1100" kern="1200"/>
            <a:t> and </a:t>
          </a:r>
          <a:r>
            <a:rPr lang="it-IT" sz="1100" kern="1200" err="1"/>
            <a:t>receive</a:t>
          </a:r>
          <a:r>
            <a:rPr lang="it-IT" sz="1100" kern="1200"/>
            <a:t> data from bridge in </a:t>
          </a:r>
          <a:r>
            <a:rPr lang="it-IT" sz="1100" kern="1200" err="1"/>
            <a:t>fixed</a:t>
          </a:r>
          <a:r>
            <a:rPr lang="it-IT" sz="1100" kern="1200"/>
            <a:t> transmission</a:t>
          </a:r>
        </a:p>
      </dsp:txBody>
      <dsp:txXfrm>
        <a:off x="1111218" y="419849"/>
        <a:ext cx="4444874" cy="395808"/>
      </dsp:txXfrm>
    </dsp:sp>
    <dsp:sp modelId="{7007B4EF-7105-4D09-A62B-2660232C75BC}">
      <dsp:nvSpPr>
        <dsp:cNvPr id="0" name=""/>
        <dsp:cNvSpPr/>
      </dsp:nvSpPr>
      <dsp:spPr>
        <a:xfrm>
          <a:off x="0" y="419849"/>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a:t>EBYTE E220-900T22D</a:t>
          </a:r>
        </a:p>
      </dsp:txBody>
      <dsp:txXfrm>
        <a:off x="0" y="419849"/>
        <a:ext cx="1111218" cy="395808"/>
      </dsp:txXfrm>
    </dsp:sp>
    <dsp:sp modelId="{F6469800-115E-4741-850F-0648D039EDF0}">
      <dsp:nvSpPr>
        <dsp:cNvPr id="0" name=""/>
        <dsp:cNvSpPr/>
      </dsp:nvSpPr>
      <dsp:spPr>
        <a:xfrm>
          <a:off x="1111218" y="839406"/>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it-IT" sz="1100" kern="1200"/>
            <a:t>To </a:t>
          </a:r>
          <a:r>
            <a:rPr lang="it-IT" sz="1100" kern="1200" err="1"/>
            <a:t>detect</a:t>
          </a:r>
          <a:r>
            <a:rPr lang="it-IT" sz="1100" kern="1200"/>
            <a:t> </a:t>
          </a:r>
          <a:r>
            <a:rPr lang="it-IT" sz="1100" kern="1200" err="1"/>
            <a:t>loud</a:t>
          </a:r>
          <a:r>
            <a:rPr lang="it-IT" sz="1100" kern="1200"/>
            <a:t> </a:t>
          </a:r>
          <a:r>
            <a:rPr lang="it-IT" sz="1100" kern="1200" err="1"/>
            <a:t>noises</a:t>
          </a:r>
          <a:r>
            <a:rPr lang="it-IT" sz="1100" kern="1200"/>
            <a:t> and </a:t>
          </a:r>
          <a:r>
            <a:rPr lang="it-IT" sz="1100" kern="1200" err="1"/>
            <a:t>activate</a:t>
          </a:r>
          <a:r>
            <a:rPr lang="it-IT" sz="1100" kern="1200"/>
            <a:t> the alert</a:t>
          </a:r>
        </a:p>
      </dsp:txBody>
      <dsp:txXfrm>
        <a:off x="1111218" y="839406"/>
        <a:ext cx="4444874" cy="395808"/>
      </dsp:txXfrm>
    </dsp:sp>
    <dsp:sp modelId="{8CF8E54F-2EA0-4095-B3F2-A571153DF6B7}">
      <dsp:nvSpPr>
        <dsp:cNvPr id="0" name=""/>
        <dsp:cNvSpPr/>
      </dsp:nvSpPr>
      <dsp:spPr>
        <a:xfrm>
          <a:off x="0" y="839406"/>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err="1"/>
            <a:t>Microphone</a:t>
          </a:r>
          <a:r>
            <a:rPr lang="it-IT" sz="1400" kern="1200"/>
            <a:t> ky-037</a:t>
          </a:r>
        </a:p>
      </dsp:txBody>
      <dsp:txXfrm>
        <a:off x="0" y="839406"/>
        <a:ext cx="1111218" cy="395808"/>
      </dsp:txXfrm>
    </dsp:sp>
    <dsp:sp modelId="{F60D5F8D-28A8-48B7-8DC0-36E5E64E28F5}">
      <dsp:nvSpPr>
        <dsp:cNvPr id="0" name=""/>
        <dsp:cNvSpPr/>
      </dsp:nvSpPr>
      <dsp:spPr>
        <a:xfrm>
          <a:off x="1111218" y="1258963"/>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it-IT" sz="1100" kern="1200"/>
            <a:t>For a </a:t>
          </a:r>
          <a:r>
            <a:rPr lang="it-IT" sz="1100" kern="1200" err="1"/>
            <a:t>better</a:t>
          </a:r>
          <a:r>
            <a:rPr lang="it-IT" sz="1100" kern="1200"/>
            <a:t> user </a:t>
          </a:r>
          <a:r>
            <a:rPr lang="it-IT" sz="1100" kern="1200" err="1"/>
            <a:t>experience</a:t>
          </a:r>
          <a:endParaRPr lang="it-IT" sz="1100" kern="1200"/>
        </a:p>
      </dsp:txBody>
      <dsp:txXfrm>
        <a:off x="1111218" y="1258963"/>
        <a:ext cx="4444874" cy="395808"/>
      </dsp:txXfrm>
    </dsp:sp>
    <dsp:sp modelId="{B8C5E515-9F12-4867-8006-00C09078C01D}">
      <dsp:nvSpPr>
        <dsp:cNvPr id="0" name=""/>
        <dsp:cNvSpPr/>
      </dsp:nvSpPr>
      <dsp:spPr>
        <a:xfrm>
          <a:off x="0" y="1258963"/>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a:t>Passive buzzer</a:t>
          </a:r>
        </a:p>
      </dsp:txBody>
      <dsp:txXfrm>
        <a:off x="0" y="1258963"/>
        <a:ext cx="1111218" cy="395808"/>
      </dsp:txXfrm>
    </dsp:sp>
    <dsp:sp modelId="{54D3B86B-3124-40CB-9A0F-01D4AF3E0C21}">
      <dsp:nvSpPr>
        <dsp:cNvPr id="0" name=""/>
        <dsp:cNvSpPr/>
      </dsp:nvSpPr>
      <dsp:spPr>
        <a:xfrm>
          <a:off x="1111218" y="1678520"/>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it-IT" sz="1100" kern="1200"/>
            <a:t>For </a:t>
          </a:r>
          <a:r>
            <a:rPr lang="it-IT" sz="1100" kern="1200" err="1"/>
            <a:t>detecting</a:t>
          </a:r>
          <a:r>
            <a:rPr lang="it-IT" sz="1100" kern="1200"/>
            <a:t> the </a:t>
          </a:r>
          <a:r>
            <a:rPr lang="it-IT" sz="1100" kern="1200" err="1"/>
            <a:t>internal</a:t>
          </a:r>
          <a:r>
            <a:rPr lang="it-IT" sz="1100" kern="1200"/>
            <a:t> temperature and </a:t>
          </a:r>
          <a:r>
            <a:rPr lang="it-IT" sz="1100" kern="1200" err="1"/>
            <a:t>humidity</a:t>
          </a:r>
          <a:endParaRPr lang="it-IT" sz="1100" kern="1200"/>
        </a:p>
      </dsp:txBody>
      <dsp:txXfrm>
        <a:off x="1111218" y="1678520"/>
        <a:ext cx="4444874" cy="395808"/>
      </dsp:txXfrm>
    </dsp:sp>
    <dsp:sp modelId="{524B3A84-82F3-4362-A217-FFE4FBA6B8D3}">
      <dsp:nvSpPr>
        <dsp:cNvPr id="0" name=""/>
        <dsp:cNvSpPr/>
      </dsp:nvSpPr>
      <dsp:spPr>
        <a:xfrm>
          <a:off x="0" y="1678520"/>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a:t>DHT11</a:t>
          </a:r>
        </a:p>
      </dsp:txBody>
      <dsp:txXfrm>
        <a:off x="0" y="1678520"/>
        <a:ext cx="1111218" cy="395808"/>
      </dsp:txXfrm>
    </dsp:sp>
    <dsp:sp modelId="{40920BD7-F46A-48D7-A5F9-288EE8759990}">
      <dsp:nvSpPr>
        <dsp:cNvPr id="0" name=""/>
        <dsp:cNvSpPr/>
      </dsp:nvSpPr>
      <dsp:spPr>
        <a:xfrm>
          <a:off x="1111218" y="2098077"/>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it-IT" sz="1100" kern="1200"/>
            <a:t>For </a:t>
          </a:r>
          <a:r>
            <a:rPr lang="it-IT" sz="1100" kern="1200" err="1"/>
            <a:t>controlling</a:t>
          </a:r>
          <a:r>
            <a:rPr lang="it-IT" sz="1100" kern="1200"/>
            <a:t> and </a:t>
          </a:r>
          <a:r>
            <a:rPr lang="it-IT" sz="1100" kern="1200" err="1"/>
            <a:t>actuating</a:t>
          </a:r>
          <a:r>
            <a:rPr lang="it-IT" sz="1100" kern="1200"/>
            <a:t> the </a:t>
          </a:r>
          <a:r>
            <a:rPr lang="it-IT" sz="1100" kern="1200" err="1"/>
            <a:t>erogation</a:t>
          </a:r>
          <a:r>
            <a:rPr lang="it-IT" sz="1100" kern="1200"/>
            <a:t> of the product</a:t>
          </a:r>
        </a:p>
      </dsp:txBody>
      <dsp:txXfrm>
        <a:off x="1111218" y="2098077"/>
        <a:ext cx="4444874" cy="395808"/>
      </dsp:txXfrm>
    </dsp:sp>
    <dsp:sp modelId="{7F243BE4-F89B-4D18-97B8-E71267C4485E}">
      <dsp:nvSpPr>
        <dsp:cNvPr id="0" name=""/>
        <dsp:cNvSpPr/>
      </dsp:nvSpPr>
      <dsp:spPr>
        <a:xfrm>
          <a:off x="0" y="2098077"/>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a:t>L293D and DC </a:t>
          </a:r>
          <a:r>
            <a:rPr lang="it-IT" sz="1400" kern="1200" err="1"/>
            <a:t>motor</a:t>
          </a:r>
          <a:endParaRPr lang="it-IT" sz="1400" kern="1200"/>
        </a:p>
      </dsp:txBody>
      <dsp:txXfrm>
        <a:off x="0" y="2098077"/>
        <a:ext cx="1111218" cy="395808"/>
      </dsp:txXfrm>
    </dsp:sp>
    <dsp:sp modelId="{C0A44457-367D-4E92-8068-2DB3179E835A}">
      <dsp:nvSpPr>
        <dsp:cNvPr id="0" name=""/>
        <dsp:cNvSpPr/>
      </dsp:nvSpPr>
      <dsp:spPr>
        <a:xfrm>
          <a:off x="1111218" y="2517633"/>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it-IT" sz="1100" kern="1200"/>
            <a:t>For an </a:t>
          </a:r>
          <a:r>
            <a:rPr lang="it-IT" sz="1100" kern="1200" err="1"/>
            <a:t>efficient</a:t>
          </a:r>
          <a:r>
            <a:rPr lang="it-IT" sz="1100" kern="1200"/>
            <a:t> input for </a:t>
          </a:r>
          <a:r>
            <a:rPr lang="it-IT" sz="1100" kern="1200" err="1"/>
            <a:t>prototyping</a:t>
          </a:r>
          <a:endParaRPr lang="it-IT" sz="1100" kern="1200"/>
        </a:p>
      </dsp:txBody>
      <dsp:txXfrm>
        <a:off x="1111218" y="2517633"/>
        <a:ext cx="4444874" cy="395808"/>
      </dsp:txXfrm>
    </dsp:sp>
    <dsp:sp modelId="{B55F6BC6-0B1D-41FD-97B2-4729D3A9A501}">
      <dsp:nvSpPr>
        <dsp:cNvPr id="0" name=""/>
        <dsp:cNvSpPr/>
      </dsp:nvSpPr>
      <dsp:spPr>
        <a:xfrm>
          <a:off x="0" y="2517633"/>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a:t>IR </a:t>
          </a:r>
          <a:r>
            <a:rPr lang="it-IT" sz="1400" kern="1200" err="1"/>
            <a:t>receiver</a:t>
          </a:r>
          <a:r>
            <a:rPr lang="it-IT" sz="1400" kern="1200"/>
            <a:t> ky-022</a:t>
          </a:r>
        </a:p>
      </dsp:txBody>
      <dsp:txXfrm>
        <a:off x="0" y="2517633"/>
        <a:ext cx="1111218" cy="395808"/>
      </dsp:txXfrm>
    </dsp:sp>
    <dsp:sp modelId="{C1AAFEC6-A240-4BD9-8587-E1A698829FBE}">
      <dsp:nvSpPr>
        <dsp:cNvPr id="0" name=""/>
        <dsp:cNvSpPr/>
      </dsp:nvSpPr>
      <dsp:spPr>
        <a:xfrm>
          <a:off x="1111218" y="2937190"/>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it-IT" sz="1100" kern="1200"/>
            <a:t>To display information to the user</a:t>
          </a:r>
        </a:p>
      </dsp:txBody>
      <dsp:txXfrm>
        <a:off x="1111218" y="2937190"/>
        <a:ext cx="4444874" cy="395808"/>
      </dsp:txXfrm>
    </dsp:sp>
    <dsp:sp modelId="{F9ECB2F7-02BF-4A26-BC9D-E829A0166C42}">
      <dsp:nvSpPr>
        <dsp:cNvPr id="0" name=""/>
        <dsp:cNvSpPr/>
      </dsp:nvSpPr>
      <dsp:spPr>
        <a:xfrm>
          <a:off x="0" y="2937190"/>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a:t>LCD1602</a:t>
          </a:r>
        </a:p>
      </dsp:txBody>
      <dsp:txXfrm>
        <a:off x="0" y="2937190"/>
        <a:ext cx="1111218" cy="395808"/>
      </dsp:txXfrm>
    </dsp:sp>
    <dsp:sp modelId="{7052BB8D-0B44-4CBE-9A1A-CF391226EB98}">
      <dsp:nvSpPr>
        <dsp:cNvPr id="0" name=""/>
        <dsp:cNvSpPr/>
      </dsp:nvSpPr>
      <dsp:spPr>
        <a:xfrm>
          <a:off x="1111218" y="3356747"/>
          <a:ext cx="4444874" cy="395808"/>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6243" tIns="100535" rIns="86243" bIns="100535" numCol="1" spcCol="1270" anchor="ctr" anchorCtr="0">
          <a:noAutofit/>
        </a:bodyPr>
        <a:lstStyle/>
        <a:p>
          <a:pPr marL="0" lvl="0" indent="0" algn="l" defTabSz="488950">
            <a:lnSpc>
              <a:spcPct val="90000"/>
            </a:lnSpc>
            <a:spcBef>
              <a:spcPct val="0"/>
            </a:spcBef>
            <a:spcAft>
              <a:spcPct val="35000"/>
            </a:spcAft>
            <a:buNone/>
          </a:pPr>
          <a:r>
            <a:rPr lang="en-US" sz="1100" kern="1200" noProof="0" dirty="0"/>
            <a:t>To exit from the alert state, accessible only to the personnel </a:t>
          </a:r>
        </a:p>
      </dsp:txBody>
      <dsp:txXfrm>
        <a:off x="1111218" y="3356747"/>
        <a:ext cx="4444874" cy="395808"/>
      </dsp:txXfrm>
    </dsp:sp>
    <dsp:sp modelId="{05FDE3D1-C6D0-470E-B801-9149A0793D46}">
      <dsp:nvSpPr>
        <dsp:cNvPr id="0" name=""/>
        <dsp:cNvSpPr/>
      </dsp:nvSpPr>
      <dsp:spPr>
        <a:xfrm>
          <a:off x="0" y="3356747"/>
          <a:ext cx="1111218" cy="39580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8802" tIns="39097" rIns="58802" bIns="39097" numCol="1" spcCol="1270" anchor="ctr" anchorCtr="0">
          <a:noAutofit/>
        </a:bodyPr>
        <a:lstStyle/>
        <a:p>
          <a:pPr marL="0" lvl="0" indent="0" algn="ctr" defTabSz="622300">
            <a:lnSpc>
              <a:spcPct val="90000"/>
            </a:lnSpc>
            <a:spcBef>
              <a:spcPct val="0"/>
            </a:spcBef>
            <a:spcAft>
              <a:spcPct val="35000"/>
            </a:spcAft>
            <a:buNone/>
          </a:pPr>
          <a:r>
            <a:rPr lang="it-IT" sz="1400" kern="1200" err="1"/>
            <a:t>Push</a:t>
          </a:r>
          <a:r>
            <a:rPr lang="it-IT" sz="1400" kern="1200"/>
            <a:t> </a:t>
          </a:r>
          <a:r>
            <a:rPr lang="it-IT" sz="1400" kern="1200" err="1"/>
            <a:t>button</a:t>
          </a:r>
          <a:endParaRPr lang="it-IT" sz="1400" kern="1200"/>
        </a:p>
      </dsp:txBody>
      <dsp:txXfrm>
        <a:off x="0" y="3356747"/>
        <a:ext cx="1111218" cy="3958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F04B8-86CA-4E66-B32C-44D7EBE57715}">
      <dsp:nvSpPr>
        <dsp:cNvPr id="0" name=""/>
        <dsp:cNvSpPr/>
      </dsp:nvSpPr>
      <dsp:spPr>
        <a:xfrm>
          <a:off x="1175433" y="802627"/>
          <a:ext cx="2034184" cy="2034493"/>
        </a:xfrm>
        <a:prstGeom prst="circularArrow">
          <a:avLst>
            <a:gd name="adj1" fmla="val 10980"/>
            <a:gd name="adj2" fmla="val 1142322"/>
            <a:gd name="adj3" fmla="val 4500000"/>
            <a:gd name="adj4" fmla="val 10800000"/>
            <a:gd name="adj5" fmla="val 125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4E896D8-D14F-4017-A800-857BC0D6DA08}">
      <dsp:nvSpPr>
        <dsp:cNvPr id="0" name=""/>
        <dsp:cNvSpPr/>
      </dsp:nvSpPr>
      <dsp:spPr>
        <a:xfrm>
          <a:off x="1625055" y="1537141"/>
          <a:ext cx="1130356"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it-IT" sz="2000" kern="1200"/>
            <a:t>dispenser</a:t>
          </a:r>
        </a:p>
      </dsp:txBody>
      <dsp:txXfrm>
        <a:off x="1625055" y="1537141"/>
        <a:ext cx="1130356" cy="565043"/>
      </dsp:txXfrm>
    </dsp:sp>
    <dsp:sp modelId="{A3F30E53-EE6B-4D61-B9F1-C2553F2500A8}">
      <dsp:nvSpPr>
        <dsp:cNvPr id="0" name=""/>
        <dsp:cNvSpPr/>
      </dsp:nvSpPr>
      <dsp:spPr>
        <a:xfrm>
          <a:off x="610446" y="1971594"/>
          <a:ext cx="2034184" cy="2034493"/>
        </a:xfrm>
        <a:prstGeom prst="leftCircularArrow">
          <a:avLst>
            <a:gd name="adj1" fmla="val 10980"/>
            <a:gd name="adj2" fmla="val 1142322"/>
            <a:gd name="adj3" fmla="val 6300000"/>
            <a:gd name="adj4" fmla="val 18900000"/>
            <a:gd name="adj5" fmla="val 125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BD8E8EA-F645-4913-BDEE-4F68382C8829}">
      <dsp:nvSpPr>
        <dsp:cNvPr id="0" name=""/>
        <dsp:cNvSpPr/>
      </dsp:nvSpPr>
      <dsp:spPr>
        <a:xfrm>
          <a:off x="1062359" y="2712870"/>
          <a:ext cx="1130356"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it-IT" sz="2000" kern="1200"/>
            <a:t>bridge</a:t>
          </a:r>
        </a:p>
      </dsp:txBody>
      <dsp:txXfrm>
        <a:off x="1062359" y="2712870"/>
        <a:ext cx="1130356" cy="565043"/>
      </dsp:txXfrm>
    </dsp:sp>
    <dsp:sp modelId="{A797CC8E-C971-49EA-85B8-CF31BD7C7DE1}">
      <dsp:nvSpPr>
        <dsp:cNvPr id="0" name=""/>
        <dsp:cNvSpPr/>
      </dsp:nvSpPr>
      <dsp:spPr>
        <a:xfrm>
          <a:off x="1320214" y="3280449"/>
          <a:ext cx="1747679" cy="1748379"/>
        </a:xfrm>
        <a:prstGeom prst="blockArc">
          <a:avLst>
            <a:gd name="adj1" fmla="val 13500000"/>
            <a:gd name="adj2" fmla="val 10800000"/>
            <a:gd name="adj3" fmla="val 1274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E9C6FAC-9267-4288-B20E-0875DB257FDB}">
      <dsp:nvSpPr>
        <dsp:cNvPr id="0" name=""/>
        <dsp:cNvSpPr/>
      </dsp:nvSpPr>
      <dsp:spPr>
        <a:xfrm>
          <a:off x="1627729" y="3890290"/>
          <a:ext cx="1130356"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it-IT" sz="2000" kern="1200"/>
            <a:t>server</a:t>
          </a:r>
        </a:p>
      </dsp:txBody>
      <dsp:txXfrm>
        <a:off x="1627729" y="3890290"/>
        <a:ext cx="1130356" cy="5650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F04B8-86CA-4E66-B32C-44D7EBE57715}">
      <dsp:nvSpPr>
        <dsp:cNvPr id="0" name=""/>
        <dsp:cNvSpPr/>
      </dsp:nvSpPr>
      <dsp:spPr>
        <a:xfrm>
          <a:off x="1175433" y="802627"/>
          <a:ext cx="2034184" cy="2034493"/>
        </a:xfrm>
        <a:prstGeom prst="circularArrow">
          <a:avLst>
            <a:gd name="adj1" fmla="val 10980"/>
            <a:gd name="adj2" fmla="val 1142322"/>
            <a:gd name="adj3" fmla="val 4500000"/>
            <a:gd name="adj4" fmla="val 10800000"/>
            <a:gd name="adj5" fmla="val 12500"/>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4E896D8-D14F-4017-A800-857BC0D6DA08}">
      <dsp:nvSpPr>
        <dsp:cNvPr id="0" name=""/>
        <dsp:cNvSpPr/>
      </dsp:nvSpPr>
      <dsp:spPr>
        <a:xfrm>
          <a:off x="1625055" y="1537141"/>
          <a:ext cx="1130356"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it-IT" sz="2000" kern="1200"/>
            <a:t>server</a:t>
          </a:r>
        </a:p>
      </dsp:txBody>
      <dsp:txXfrm>
        <a:off x="1625055" y="1537141"/>
        <a:ext cx="1130356" cy="565043"/>
      </dsp:txXfrm>
    </dsp:sp>
    <dsp:sp modelId="{A3F30E53-EE6B-4D61-B9F1-C2553F2500A8}">
      <dsp:nvSpPr>
        <dsp:cNvPr id="0" name=""/>
        <dsp:cNvSpPr/>
      </dsp:nvSpPr>
      <dsp:spPr>
        <a:xfrm>
          <a:off x="610446" y="1971594"/>
          <a:ext cx="2034184" cy="2034493"/>
        </a:xfrm>
        <a:prstGeom prst="leftCircularArrow">
          <a:avLst>
            <a:gd name="adj1" fmla="val 10980"/>
            <a:gd name="adj2" fmla="val 1142322"/>
            <a:gd name="adj3" fmla="val 6300000"/>
            <a:gd name="adj4" fmla="val 18900000"/>
            <a:gd name="adj5" fmla="val 12500"/>
          </a:avLst>
        </a:prstGeom>
        <a:gradFill rotWithShape="0">
          <a:gsLst>
            <a:gs pos="0">
              <a:schemeClr val="accent1">
                <a:shade val="80000"/>
                <a:hueOff val="272799"/>
                <a:satOff val="-28446"/>
                <a:lumOff val="19110"/>
                <a:alphaOff val="0"/>
                <a:satMod val="103000"/>
                <a:lumMod val="102000"/>
                <a:tint val="94000"/>
              </a:schemeClr>
            </a:gs>
            <a:gs pos="50000">
              <a:schemeClr val="accent1">
                <a:shade val="80000"/>
                <a:hueOff val="272799"/>
                <a:satOff val="-28446"/>
                <a:lumOff val="19110"/>
                <a:alphaOff val="0"/>
                <a:satMod val="110000"/>
                <a:lumMod val="100000"/>
                <a:shade val="100000"/>
              </a:schemeClr>
            </a:gs>
            <a:gs pos="100000">
              <a:schemeClr val="accent1">
                <a:shade val="80000"/>
                <a:hueOff val="272799"/>
                <a:satOff val="-28446"/>
                <a:lumOff val="1911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BD8E8EA-F645-4913-BDEE-4F68382C8829}">
      <dsp:nvSpPr>
        <dsp:cNvPr id="0" name=""/>
        <dsp:cNvSpPr/>
      </dsp:nvSpPr>
      <dsp:spPr>
        <a:xfrm>
          <a:off x="1062359" y="2712870"/>
          <a:ext cx="1130356"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it-IT" sz="2000" kern="1200"/>
            <a:t>bridge</a:t>
          </a:r>
        </a:p>
      </dsp:txBody>
      <dsp:txXfrm>
        <a:off x="1062359" y="2712870"/>
        <a:ext cx="1130356" cy="565043"/>
      </dsp:txXfrm>
    </dsp:sp>
    <dsp:sp modelId="{A797CC8E-C971-49EA-85B8-CF31BD7C7DE1}">
      <dsp:nvSpPr>
        <dsp:cNvPr id="0" name=""/>
        <dsp:cNvSpPr/>
      </dsp:nvSpPr>
      <dsp:spPr>
        <a:xfrm>
          <a:off x="1320214" y="3280449"/>
          <a:ext cx="1747679" cy="1748379"/>
        </a:xfrm>
        <a:prstGeom prst="blockArc">
          <a:avLst>
            <a:gd name="adj1" fmla="val 13500000"/>
            <a:gd name="adj2" fmla="val 10800000"/>
            <a:gd name="adj3" fmla="val 12740"/>
          </a:avLst>
        </a:prstGeom>
        <a:gradFill rotWithShape="0">
          <a:gsLst>
            <a:gs pos="0">
              <a:schemeClr val="accent1">
                <a:shade val="80000"/>
                <a:hueOff val="545598"/>
                <a:satOff val="-56892"/>
                <a:lumOff val="38221"/>
                <a:alphaOff val="0"/>
                <a:satMod val="103000"/>
                <a:lumMod val="102000"/>
                <a:tint val="94000"/>
              </a:schemeClr>
            </a:gs>
            <a:gs pos="50000">
              <a:schemeClr val="accent1">
                <a:shade val="80000"/>
                <a:hueOff val="545598"/>
                <a:satOff val="-56892"/>
                <a:lumOff val="38221"/>
                <a:alphaOff val="0"/>
                <a:satMod val="110000"/>
                <a:lumMod val="100000"/>
                <a:shade val="100000"/>
              </a:schemeClr>
            </a:gs>
            <a:gs pos="100000">
              <a:schemeClr val="accent1">
                <a:shade val="80000"/>
                <a:hueOff val="545598"/>
                <a:satOff val="-56892"/>
                <a:lumOff val="3822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E9C6FAC-9267-4288-B20E-0875DB257FDB}">
      <dsp:nvSpPr>
        <dsp:cNvPr id="0" name=""/>
        <dsp:cNvSpPr/>
      </dsp:nvSpPr>
      <dsp:spPr>
        <a:xfrm>
          <a:off x="1627729" y="3890290"/>
          <a:ext cx="1130356"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it-IT" sz="2000" kern="1200"/>
            <a:t>dispenser</a:t>
          </a:r>
        </a:p>
      </dsp:txBody>
      <dsp:txXfrm>
        <a:off x="1627729" y="3890290"/>
        <a:ext cx="1130356" cy="565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EC9527-2D29-46AF-B41D-B287340FD1D1}">
      <dsp:nvSpPr>
        <dsp:cNvPr id="0" name=""/>
        <dsp:cNvSpPr/>
      </dsp:nvSpPr>
      <dsp:spPr>
        <a:xfrm>
          <a:off x="8930" y="301884"/>
          <a:ext cx="3534264" cy="1060279"/>
        </a:xfrm>
        <a:prstGeom prst="chevron">
          <a:avLst>
            <a:gd name="adj" fmla="val 3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it-IT" sz="2800" kern="1200"/>
            <a:t>server</a:t>
          </a:r>
        </a:p>
      </dsp:txBody>
      <dsp:txXfrm>
        <a:off x="327014" y="301884"/>
        <a:ext cx="2898096" cy="1060279"/>
      </dsp:txXfrm>
    </dsp:sp>
    <dsp:sp modelId="{57D611DA-4005-4C7C-8AB7-4F4170411998}">
      <dsp:nvSpPr>
        <dsp:cNvPr id="0" name=""/>
        <dsp:cNvSpPr/>
      </dsp:nvSpPr>
      <dsp:spPr>
        <a:xfrm>
          <a:off x="8930" y="1362163"/>
          <a:ext cx="3216180" cy="2164752"/>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GB" sz="2000" kern="1200" noProof="0" dirty="0"/>
            <a:t>When a change occurs on the product list or remove alert state of the dispenser sends the product list</a:t>
          </a:r>
        </a:p>
      </dsp:txBody>
      <dsp:txXfrm>
        <a:off x="8930" y="1362163"/>
        <a:ext cx="3216180" cy="2164752"/>
      </dsp:txXfrm>
    </dsp:sp>
    <dsp:sp modelId="{A20D5731-228C-4261-A28E-0053175647EE}">
      <dsp:nvSpPr>
        <dsp:cNvPr id="0" name=""/>
        <dsp:cNvSpPr/>
      </dsp:nvSpPr>
      <dsp:spPr>
        <a:xfrm>
          <a:off x="3490667" y="301884"/>
          <a:ext cx="3534264" cy="1060279"/>
        </a:xfrm>
        <a:prstGeom prst="chevron">
          <a:avLst>
            <a:gd name="adj" fmla="val 3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it-IT" sz="2800" kern="1200"/>
            <a:t>bridge</a:t>
          </a:r>
        </a:p>
      </dsp:txBody>
      <dsp:txXfrm>
        <a:off x="3808751" y="301884"/>
        <a:ext cx="2898096" cy="1060279"/>
      </dsp:txXfrm>
    </dsp:sp>
    <dsp:sp modelId="{E5EF1DC1-DD0F-4AFB-B4DF-A63375480A2D}">
      <dsp:nvSpPr>
        <dsp:cNvPr id="0" name=""/>
        <dsp:cNvSpPr/>
      </dsp:nvSpPr>
      <dsp:spPr>
        <a:xfrm>
          <a:off x="3490667" y="1362163"/>
          <a:ext cx="3216180" cy="2164752"/>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it-IT" sz="2000" kern="1200" dirty="0" err="1"/>
            <a:t>Listens</a:t>
          </a:r>
          <a:r>
            <a:rPr lang="it-IT" sz="2000" kern="1200" dirty="0"/>
            <a:t> for HTTP </a:t>
          </a:r>
          <a:r>
            <a:rPr lang="it-IT" sz="2000" kern="1200" dirty="0" err="1"/>
            <a:t>requests</a:t>
          </a:r>
          <a:r>
            <a:rPr lang="it-IT" sz="2000" kern="1200" dirty="0"/>
            <a:t> and </a:t>
          </a:r>
          <a:r>
            <a:rPr lang="it-IT" sz="2000" kern="1200" dirty="0" err="1"/>
            <a:t>translates</a:t>
          </a:r>
          <a:r>
            <a:rPr lang="it-IT" sz="2000" kern="1200" dirty="0"/>
            <a:t> </a:t>
          </a:r>
          <a:r>
            <a:rPr lang="it-IT" sz="2000" kern="1200" dirty="0" err="1"/>
            <a:t>into</a:t>
          </a:r>
          <a:r>
            <a:rPr lang="it-IT" sz="2000" kern="1200" dirty="0"/>
            <a:t> a </a:t>
          </a:r>
          <a:r>
            <a:rPr lang="it-IT" sz="2000" kern="1200" dirty="0" err="1"/>
            <a:t>string</a:t>
          </a:r>
          <a:r>
            <a:rPr lang="it-IT" sz="2000" kern="1200" dirty="0"/>
            <a:t> to </a:t>
          </a:r>
          <a:r>
            <a:rPr lang="it-IT" sz="2000" kern="1200" dirty="0" err="1"/>
            <a:t>send</a:t>
          </a:r>
          <a:r>
            <a:rPr lang="it-IT" sz="2000" kern="1200" dirty="0"/>
            <a:t> </a:t>
          </a:r>
          <a:r>
            <a:rPr lang="it-IT" sz="2000" kern="1200" dirty="0" err="1"/>
            <a:t>through</a:t>
          </a:r>
          <a:r>
            <a:rPr lang="it-IT" sz="2000" kern="1200" dirty="0"/>
            <a:t> </a:t>
          </a:r>
          <a:r>
            <a:rPr lang="it-IT" sz="2000" kern="1200" dirty="0" err="1"/>
            <a:t>LoRa</a:t>
          </a:r>
          <a:r>
            <a:rPr lang="it-IT" sz="2000" kern="1200" dirty="0"/>
            <a:t> to the </a:t>
          </a:r>
          <a:r>
            <a:rPr lang="it-IT" sz="2000" kern="1200" dirty="0" err="1"/>
            <a:t>correct</a:t>
          </a:r>
          <a:r>
            <a:rPr lang="it-IT" sz="2000" kern="1200" dirty="0"/>
            <a:t> dispenser</a:t>
          </a:r>
        </a:p>
      </dsp:txBody>
      <dsp:txXfrm>
        <a:off x="3490667" y="1362163"/>
        <a:ext cx="3216180" cy="2164752"/>
      </dsp:txXfrm>
    </dsp:sp>
    <dsp:sp modelId="{50188A75-0FC4-4035-B398-F129EC7FB3AF}">
      <dsp:nvSpPr>
        <dsp:cNvPr id="0" name=""/>
        <dsp:cNvSpPr/>
      </dsp:nvSpPr>
      <dsp:spPr>
        <a:xfrm>
          <a:off x="6972405" y="301884"/>
          <a:ext cx="3534264" cy="1060279"/>
        </a:xfrm>
        <a:prstGeom prst="chevron">
          <a:avLst>
            <a:gd name="adj" fmla="val 3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it-IT" sz="2800" kern="1200"/>
            <a:t>dispenser</a:t>
          </a:r>
        </a:p>
      </dsp:txBody>
      <dsp:txXfrm>
        <a:off x="7290489" y="301884"/>
        <a:ext cx="2898096" cy="1060279"/>
      </dsp:txXfrm>
    </dsp:sp>
    <dsp:sp modelId="{1A4C850A-4E43-43CE-93D9-BF3BE713EE6D}">
      <dsp:nvSpPr>
        <dsp:cNvPr id="0" name=""/>
        <dsp:cNvSpPr/>
      </dsp:nvSpPr>
      <dsp:spPr>
        <a:xfrm>
          <a:off x="6972405" y="1362163"/>
          <a:ext cx="3216180" cy="2164752"/>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it-IT" sz="2000" kern="1200" dirty="0" err="1"/>
            <a:t>Receives</a:t>
          </a:r>
          <a:r>
            <a:rPr lang="it-IT" sz="2000" kern="1200" dirty="0"/>
            <a:t> the </a:t>
          </a:r>
          <a:r>
            <a:rPr lang="it-IT" sz="2000" kern="1200" dirty="0" err="1"/>
            <a:t>string</a:t>
          </a:r>
          <a:r>
            <a:rPr lang="it-IT" sz="2000" kern="1200" dirty="0"/>
            <a:t> and </a:t>
          </a:r>
          <a:r>
            <a:rPr lang="it-IT" sz="2000" kern="1200" dirty="0" err="1"/>
            <a:t>then</a:t>
          </a:r>
          <a:r>
            <a:rPr lang="it-IT" sz="2000" kern="1200" dirty="0"/>
            <a:t> </a:t>
          </a:r>
          <a:r>
            <a:rPr lang="it-IT" sz="2000" kern="1200" dirty="0" err="1"/>
            <a:t>parses</a:t>
          </a:r>
          <a:r>
            <a:rPr lang="it-IT" sz="2000" kern="1200" dirty="0"/>
            <a:t> </a:t>
          </a:r>
          <a:r>
            <a:rPr lang="it-IT" sz="2000" kern="1200" dirty="0" err="1"/>
            <a:t>each</a:t>
          </a:r>
          <a:r>
            <a:rPr lang="it-IT" sz="2000" kern="1200" dirty="0"/>
            <a:t> product</a:t>
          </a:r>
        </a:p>
      </dsp:txBody>
      <dsp:txXfrm>
        <a:off x="6972405" y="1362163"/>
        <a:ext cx="3216180" cy="21647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EC9527-2D29-46AF-B41D-B287340FD1D1}">
      <dsp:nvSpPr>
        <dsp:cNvPr id="0" name=""/>
        <dsp:cNvSpPr/>
      </dsp:nvSpPr>
      <dsp:spPr>
        <a:xfrm>
          <a:off x="8930" y="243900"/>
          <a:ext cx="3534264" cy="1060279"/>
        </a:xfrm>
        <a:prstGeom prst="chevron">
          <a:avLst>
            <a:gd name="adj" fmla="val 3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it-IT" sz="2800" kern="1200"/>
            <a:t>dispenser</a:t>
          </a:r>
        </a:p>
      </dsp:txBody>
      <dsp:txXfrm>
        <a:off x="327014" y="243900"/>
        <a:ext cx="2898096" cy="1060279"/>
      </dsp:txXfrm>
    </dsp:sp>
    <dsp:sp modelId="{57D611DA-4005-4C7C-8AB7-4F4170411998}">
      <dsp:nvSpPr>
        <dsp:cNvPr id="0" name=""/>
        <dsp:cNvSpPr/>
      </dsp:nvSpPr>
      <dsp:spPr>
        <a:xfrm>
          <a:off x="8930" y="1304179"/>
          <a:ext cx="3216180" cy="228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00100">
            <a:lnSpc>
              <a:spcPct val="90000"/>
            </a:lnSpc>
            <a:spcBef>
              <a:spcPct val="0"/>
            </a:spcBef>
            <a:spcAft>
              <a:spcPct val="35000"/>
            </a:spcAft>
            <a:buNone/>
          </a:pPr>
          <a:r>
            <a:rPr lang="en-GB" sz="1800" kern="1200" noProof="0" dirty="0"/>
            <a:t>When an item is purchased or when the dispenser enters in an alert state, a LoRa message will be sent to the bridge containing ID dispenser and information</a:t>
          </a:r>
        </a:p>
      </dsp:txBody>
      <dsp:txXfrm>
        <a:off x="8930" y="1304179"/>
        <a:ext cx="3216180" cy="2280721"/>
      </dsp:txXfrm>
    </dsp:sp>
    <dsp:sp modelId="{A20D5731-228C-4261-A28E-0053175647EE}">
      <dsp:nvSpPr>
        <dsp:cNvPr id="0" name=""/>
        <dsp:cNvSpPr/>
      </dsp:nvSpPr>
      <dsp:spPr>
        <a:xfrm>
          <a:off x="3490667" y="243900"/>
          <a:ext cx="3534264" cy="1060279"/>
        </a:xfrm>
        <a:prstGeom prst="chevron">
          <a:avLst>
            <a:gd name="adj" fmla="val 3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it-IT" sz="2800" kern="1200"/>
            <a:t>Bridge</a:t>
          </a:r>
        </a:p>
      </dsp:txBody>
      <dsp:txXfrm>
        <a:off x="3808751" y="243900"/>
        <a:ext cx="2898096" cy="1060279"/>
      </dsp:txXfrm>
    </dsp:sp>
    <dsp:sp modelId="{E5EF1DC1-DD0F-4AFB-B4DF-A63375480A2D}">
      <dsp:nvSpPr>
        <dsp:cNvPr id="0" name=""/>
        <dsp:cNvSpPr/>
      </dsp:nvSpPr>
      <dsp:spPr>
        <a:xfrm>
          <a:off x="3490667" y="1304179"/>
          <a:ext cx="3216180" cy="228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00100">
            <a:lnSpc>
              <a:spcPct val="90000"/>
            </a:lnSpc>
            <a:spcBef>
              <a:spcPct val="0"/>
            </a:spcBef>
            <a:spcAft>
              <a:spcPct val="35000"/>
            </a:spcAft>
            <a:buNone/>
          </a:pPr>
          <a:r>
            <a:rPr lang="it-IT" sz="1800" kern="1200" dirty="0" err="1"/>
            <a:t>Listens</a:t>
          </a:r>
          <a:r>
            <a:rPr lang="it-IT" sz="1800" kern="1200" dirty="0"/>
            <a:t> and </a:t>
          </a:r>
          <a:r>
            <a:rPr lang="it-IT" sz="1800" kern="1200" dirty="0" err="1"/>
            <a:t>receives</a:t>
          </a:r>
          <a:r>
            <a:rPr lang="it-IT" sz="1800" kern="1200" dirty="0"/>
            <a:t> the </a:t>
          </a:r>
          <a:r>
            <a:rPr lang="it-IT" sz="1800" kern="1200" dirty="0" err="1"/>
            <a:t>message</a:t>
          </a:r>
          <a:r>
            <a:rPr lang="it-IT" sz="1800" kern="1200" dirty="0"/>
            <a:t>; after </a:t>
          </a:r>
          <a:r>
            <a:rPr lang="it-IT" sz="1800" kern="1200" dirty="0" err="1"/>
            <a:t>parsing</a:t>
          </a:r>
          <a:r>
            <a:rPr lang="it-IT" sz="1800" kern="1200" dirty="0"/>
            <a:t> the </a:t>
          </a:r>
          <a:r>
            <a:rPr lang="it-IT" sz="1800" kern="1200" dirty="0" err="1"/>
            <a:t>message</a:t>
          </a:r>
          <a:r>
            <a:rPr lang="it-IT" sz="1800" kern="1200" dirty="0"/>
            <a:t>, </a:t>
          </a:r>
          <a:r>
            <a:rPr lang="it-IT" sz="1800" kern="1200" dirty="0" err="1"/>
            <a:t>it</a:t>
          </a:r>
          <a:r>
            <a:rPr lang="it-IT" sz="1800" kern="1200" dirty="0"/>
            <a:t> </a:t>
          </a:r>
          <a:r>
            <a:rPr lang="it-IT" sz="1800" kern="1200" dirty="0" err="1"/>
            <a:t>will</a:t>
          </a:r>
          <a:r>
            <a:rPr lang="it-IT" sz="1800" kern="1200" dirty="0"/>
            <a:t> take the </a:t>
          </a:r>
          <a:r>
            <a:rPr lang="it-IT" sz="1800" kern="1200" dirty="0" err="1"/>
            <a:t>right</a:t>
          </a:r>
          <a:r>
            <a:rPr lang="it-IT" sz="1800" kern="1200" dirty="0"/>
            <a:t> action and </a:t>
          </a:r>
          <a:r>
            <a:rPr lang="it-IT" sz="1800" kern="1200" dirty="0" err="1"/>
            <a:t>notify</a:t>
          </a:r>
          <a:r>
            <a:rPr lang="it-IT" sz="1800" kern="1200" dirty="0"/>
            <a:t> the server </a:t>
          </a:r>
          <a:r>
            <a:rPr lang="it-IT" sz="1800" kern="1200" dirty="0" err="1"/>
            <a:t>through</a:t>
          </a:r>
          <a:r>
            <a:rPr lang="it-IT" sz="1800" kern="1200" dirty="0"/>
            <a:t> HTTP POST or PATCH</a:t>
          </a:r>
        </a:p>
      </dsp:txBody>
      <dsp:txXfrm>
        <a:off x="3490667" y="1304179"/>
        <a:ext cx="3216180" cy="2280721"/>
      </dsp:txXfrm>
    </dsp:sp>
    <dsp:sp modelId="{50188A75-0FC4-4035-B398-F129EC7FB3AF}">
      <dsp:nvSpPr>
        <dsp:cNvPr id="0" name=""/>
        <dsp:cNvSpPr/>
      </dsp:nvSpPr>
      <dsp:spPr>
        <a:xfrm>
          <a:off x="6972405" y="243900"/>
          <a:ext cx="3534264" cy="1060279"/>
        </a:xfrm>
        <a:prstGeom prst="chevron">
          <a:avLst>
            <a:gd name="adj" fmla="val 3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it-IT" sz="2800" kern="1200"/>
            <a:t>server</a:t>
          </a:r>
        </a:p>
      </dsp:txBody>
      <dsp:txXfrm>
        <a:off x="7290489" y="243900"/>
        <a:ext cx="2898096" cy="1060279"/>
      </dsp:txXfrm>
    </dsp:sp>
    <dsp:sp modelId="{1A4C850A-4E43-43CE-93D9-BF3BE713EE6D}">
      <dsp:nvSpPr>
        <dsp:cNvPr id="0" name=""/>
        <dsp:cNvSpPr/>
      </dsp:nvSpPr>
      <dsp:spPr>
        <a:xfrm>
          <a:off x="6972405" y="1304179"/>
          <a:ext cx="3216180" cy="228072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150" tIns="254150" rIns="254150" bIns="508299" numCol="1" spcCol="1270" anchor="t" anchorCtr="0">
          <a:noAutofit/>
        </a:bodyPr>
        <a:lstStyle/>
        <a:p>
          <a:pPr marL="0" lvl="0" indent="0" algn="l" defTabSz="800100">
            <a:lnSpc>
              <a:spcPct val="90000"/>
            </a:lnSpc>
            <a:spcBef>
              <a:spcPct val="0"/>
            </a:spcBef>
            <a:spcAft>
              <a:spcPct val="35000"/>
            </a:spcAft>
            <a:buNone/>
          </a:pPr>
          <a:r>
            <a:rPr lang="it-IT" sz="1800" kern="1200" err="1"/>
            <a:t>Receives</a:t>
          </a:r>
          <a:r>
            <a:rPr lang="it-IT" sz="1800" kern="1200"/>
            <a:t> the </a:t>
          </a:r>
          <a:r>
            <a:rPr lang="it-IT" sz="1800" kern="1200" err="1"/>
            <a:t>request</a:t>
          </a:r>
          <a:r>
            <a:rPr lang="it-IT" sz="1800" kern="1200"/>
            <a:t> and updates the database</a:t>
          </a:r>
        </a:p>
      </dsp:txBody>
      <dsp:txXfrm>
        <a:off x="6972405" y="1304179"/>
        <a:ext cx="3216180" cy="228072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66FF1F-ABE4-4201-84D6-58E48C7E5EA0}">
      <dsp:nvSpPr>
        <dsp:cNvPr id="0" name=""/>
        <dsp:cNvSpPr/>
      </dsp:nvSpPr>
      <dsp:spPr>
        <a:xfrm>
          <a:off x="1065737" y="132253"/>
          <a:ext cx="1140268" cy="1140268"/>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413DD0-672D-4105-BC6E-5BCCC5B68FB1}">
      <dsp:nvSpPr>
        <dsp:cNvPr id="0" name=""/>
        <dsp:cNvSpPr/>
      </dsp:nvSpPr>
      <dsp:spPr>
        <a:xfrm>
          <a:off x="6916" y="1441438"/>
          <a:ext cx="3257909" cy="4886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b="1"/>
          </a:pPr>
          <a:r>
            <a:rPr lang="it-IT" sz="3100" kern="1200" dirty="0">
              <a:latin typeface="Aptos Display" panose="02110004020202020204"/>
            </a:rPr>
            <a:t>Micro-controller</a:t>
          </a:r>
          <a:endParaRPr lang="it-IT" sz="3100" kern="1200" dirty="0"/>
        </a:p>
      </dsp:txBody>
      <dsp:txXfrm>
        <a:off x="6916" y="1441438"/>
        <a:ext cx="3257909" cy="488686"/>
      </dsp:txXfrm>
    </dsp:sp>
    <dsp:sp modelId="{DFD336BF-A856-4F0A-B7A0-AEF4EC33710E}">
      <dsp:nvSpPr>
        <dsp:cNvPr id="0" name=""/>
        <dsp:cNvSpPr/>
      </dsp:nvSpPr>
      <dsp:spPr>
        <a:xfrm>
          <a:off x="6916" y="2008690"/>
          <a:ext cx="3257909" cy="2051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it-IT" sz="1700" kern="1200" err="1"/>
            <a:t>Dht_nonblockng</a:t>
          </a:r>
          <a:endParaRPr lang="it-IT" sz="1700" kern="1200"/>
        </a:p>
        <a:p>
          <a:pPr marL="0" lvl="0" indent="0" algn="ctr" defTabSz="755650">
            <a:lnSpc>
              <a:spcPct val="100000"/>
            </a:lnSpc>
            <a:spcBef>
              <a:spcPct val="0"/>
            </a:spcBef>
            <a:spcAft>
              <a:spcPct val="35000"/>
            </a:spcAft>
            <a:buNone/>
          </a:pPr>
          <a:r>
            <a:rPr lang="it-IT" sz="1700" kern="1200" dirty="0"/>
            <a:t>Lora_E220</a:t>
          </a:r>
        </a:p>
        <a:p>
          <a:pPr marL="0" lvl="0" indent="0" algn="ctr" defTabSz="755650">
            <a:lnSpc>
              <a:spcPct val="100000"/>
            </a:lnSpc>
            <a:spcBef>
              <a:spcPct val="0"/>
            </a:spcBef>
            <a:spcAft>
              <a:spcPct val="35000"/>
            </a:spcAft>
            <a:buNone/>
          </a:pPr>
          <a:r>
            <a:rPr lang="it-IT" sz="1700" kern="1200" dirty="0"/>
            <a:t>Pitches</a:t>
          </a:r>
        </a:p>
        <a:p>
          <a:pPr marL="0" lvl="0" indent="0" algn="ctr" defTabSz="755650">
            <a:lnSpc>
              <a:spcPct val="100000"/>
            </a:lnSpc>
            <a:spcBef>
              <a:spcPct val="0"/>
            </a:spcBef>
            <a:spcAft>
              <a:spcPct val="35000"/>
            </a:spcAft>
            <a:buNone/>
          </a:pPr>
          <a:r>
            <a:rPr lang="it-IT" sz="1700" kern="1200" dirty="0"/>
            <a:t>LiquidCrystalI2C</a:t>
          </a:r>
        </a:p>
        <a:p>
          <a:pPr marL="0" lvl="0" indent="0" algn="ctr" defTabSz="755650">
            <a:lnSpc>
              <a:spcPct val="100000"/>
            </a:lnSpc>
            <a:spcBef>
              <a:spcPct val="0"/>
            </a:spcBef>
            <a:spcAft>
              <a:spcPct val="35000"/>
            </a:spcAft>
            <a:buNone/>
          </a:pPr>
          <a:r>
            <a:rPr lang="it-IT" sz="1700" kern="1200" dirty="0"/>
            <a:t>SPI</a:t>
          </a:r>
        </a:p>
        <a:p>
          <a:pPr marL="0" lvl="0" indent="0" algn="ctr" defTabSz="755650">
            <a:lnSpc>
              <a:spcPct val="100000"/>
            </a:lnSpc>
            <a:spcBef>
              <a:spcPct val="0"/>
            </a:spcBef>
            <a:spcAft>
              <a:spcPct val="35000"/>
            </a:spcAft>
            <a:buNone/>
          </a:pPr>
          <a:r>
            <a:rPr lang="it-IT" sz="1700" kern="1200" dirty="0" err="1"/>
            <a:t>IRremote</a:t>
          </a:r>
          <a:endParaRPr lang="it-IT" sz="1700" kern="1200" dirty="0"/>
        </a:p>
      </dsp:txBody>
      <dsp:txXfrm>
        <a:off x="6916" y="2008690"/>
        <a:ext cx="3257909" cy="2051860"/>
      </dsp:txXfrm>
    </dsp:sp>
    <dsp:sp modelId="{1B2E27E6-EAAD-4268-981C-A0098B551B31}">
      <dsp:nvSpPr>
        <dsp:cNvPr id="0" name=""/>
        <dsp:cNvSpPr/>
      </dsp:nvSpPr>
      <dsp:spPr>
        <a:xfrm>
          <a:off x="4881807" y="176153"/>
          <a:ext cx="1140268" cy="1140268"/>
        </a:xfrm>
        <a:prstGeom prst="rect">
          <a:avLst/>
        </a:prstGeom>
        <a:blipFill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121376-0EB8-4E7E-9433-DFE4FD402409}">
      <dsp:nvSpPr>
        <dsp:cNvPr id="0" name=""/>
        <dsp:cNvSpPr/>
      </dsp:nvSpPr>
      <dsp:spPr>
        <a:xfrm>
          <a:off x="3834959" y="1441438"/>
          <a:ext cx="3257909" cy="4886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b="1"/>
          </a:pPr>
          <a:r>
            <a:rPr lang="it-IT" sz="3100" kern="1200" dirty="0"/>
            <a:t>bridge</a:t>
          </a:r>
        </a:p>
      </dsp:txBody>
      <dsp:txXfrm>
        <a:off x="3834959" y="1441438"/>
        <a:ext cx="3257909" cy="488686"/>
      </dsp:txXfrm>
    </dsp:sp>
    <dsp:sp modelId="{23DE0880-52F0-4A0C-95F0-345E709FF0F2}">
      <dsp:nvSpPr>
        <dsp:cNvPr id="0" name=""/>
        <dsp:cNvSpPr/>
      </dsp:nvSpPr>
      <dsp:spPr>
        <a:xfrm>
          <a:off x="3834959" y="2008690"/>
          <a:ext cx="3257909" cy="2051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it-IT" sz="1700" kern="1200" err="1"/>
            <a:t>asyncIO</a:t>
          </a:r>
          <a:endParaRPr lang="it-IT" sz="1700" kern="1200"/>
        </a:p>
        <a:p>
          <a:pPr marL="0" lvl="0" indent="0" algn="ctr" defTabSz="755650">
            <a:lnSpc>
              <a:spcPct val="100000"/>
            </a:lnSpc>
            <a:spcBef>
              <a:spcPct val="0"/>
            </a:spcBef>
            <a:spcAft>
              <a:spcPct val="35000"/>
            </a:spcAft>
            <a:buNone/>
          </a:pPr>
          <a:r>
            <a:rPr lang="it-IT" sz="1700" kern="1200" err="1"/>
            <a:t>Uvicorn</a:t>
          </a:r>
          <a:endParaRPr lang="it-IT" sz="1700" kern="1200"/>
        </a:p>
        <a:p>
          <a:pPr marL="0" lvl="0" indent="0" algn="ctr" defTabSz="755650">
            <a:lnSpc>
              <a:spcPct val="100000"/>
            </a:lnSpc>
            <a:spcBef>
              <a:spcPct val="0"/>
            </a:spcBef>
            <a:spcAft>
              <a:spcPct val="35000"/>
            </a:spcAft>
            <a:buNone/>
          </a:pPr>
          <a:r>
            <a:rPr lang="it-IT" sz="1700" kern="1200" err="1"/>
            <a:t>FastAPI</a:t>
          </a:r>
          <a:endParaRPr lang="it-IT" sz="1700" kern="1200"/>
        </a:p>
        <a:p>
          <a:pPr marL="0" lvl="0" indent="0" algn="ctr" defTabSz="755650">
            <a:lnSpc>
              <a:spcPct val="100000"/>
            </a:lnSpc>
            <a:spcBef>
              <a:spcPct val="0"/>
            </a:spcBef>
            <a:spcAft>
              <a:spcPct val="35000"/>
            </a:spcAft>
            <a:buNone/>
          </a:pPr>
          <a:r>
            <a:rPr lang="it-IT" sz="1700" kern="1200" err="1"/>
            <a:t>Httpx</a:t>
          </a:r>
          <a:endParaRPr lang="it-IT" sz="1700" kern="1200"/>
        </a:p>
        <a:p>
          <a:pPr marL="0" lvl="0" indent="0" algn="ctr" defTabSz="755650">
            <a:lnSpc>
              <a:spcPct val="100000"/>
            </a:lnSpc>
            <a:spcBef>
              <a:spcPct val="0"/>
            </a:spcBef>
            <a:spcAft>
              <a:spcPct val="35000"/>
            </a:spcAft>
            <a:buNone/>
          </a:pPr>
          <a:r>
            <a:rPr lang="it-IT" sz="1700" kern="1200" dirty="0"/>
            <a:t>Lora_e220</a:t>
          </a:r>
        </a:p>
      </dsp:txBody>
      <dsp:txXfrm>
        <a:off x="3834959" y="2008690"/>
        <a:ext cx="3257909" cy="2051860"/>
      </dsp:txXfrm>
    </dsp:sp>
    <dsp:sp modelId="{1574CEC6-0089-46B1-A584-570917FEC251}">
      <dsp:nvSpPr>
        <dsp:cNvPr id="0" name=""/>
        <dsp:cNvSpPr/>
      </dsp:nvSpPr>
      <dsp:spPr>
        <a:xfrm>
          <a:off x="8721823" y="132253"/>
          <a:ext cx="1140268" cy="1140268"/>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3E415A-13A8-4325-9CEE-7DA38F63835A}">
      <dsp:nvSpPr>
        <dsp:cNvPr id="0" name=""/>
        <dsp:cNvSpPr/>
      </dsp:nvSpPr>
      <dsp:spPr>
        <a:xfrm>
          <a:off x="7663003" y="1441438"/>
          <a:ext cx="3257909" cy="4886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b="1"/>
          </a:pPr>
          <a:r>
            <a:rPr lang="it-IT" sz="3100" kern="1200" dirty="0"/>
            <a:t>Server</a:t>
          </a:r>
        </a:p>
      </dsp:txBody>
      <dsp:txXfrm>
        <a:off x="7663003" y="1441438"/>
        <a:ext cx="3257909" cy="488686"/>
      </dsp:txXfrm>
    </dsp:sp>
    <dsp:sp modelId="{C6A6F787-1398-4CA6-9D7E-CA7A60C5234D}">
      <dsp:nvSpPr>
        <dsp:cNvPr id="0" name=""/>
        <dsp:cNvSpPr/>
      </dsp:nvSpPr>
      <dsp:spPr>
        <a:xfrm>
          <a:off x="7663003" y="2008690"/>
          <a:ext cx="3257909" cy="2051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it-IT" sz="1700" kern="1200" dirty="0"/>
            <a:t>Django</a:t>
          </a:r>
        </a:p>
        <a:p>
          <a:pPr marL="0" lvl="0" indent="0" algn="ctr" defTabSz="755650">
            <a:lnSpc>
              <a:spcPct val="100000"/>
            </a:lnSpc>
            <a:spcBef>
              <a:spcPct val="0"/>
            </a:spcBef>
            <a:spcAft>
              <a:spcPct val="35000"/>
            </a:spcAft>
            <a:buNone/>
          </a:pPr>
          <a:r>
            <a:rPr lang="it-IT" sz="1700" kern="1200" dirty="0" err="1"/>
            <a:t>Folium</a:t>
          </a:r>
          <a:r>
            <a:rPr lang="it-IT" sz="1700" kern="1200" dirty="0"/>
            <a:t> (</a:t>
          </a:r>
          <a:r>
            <a:rPr lang="it-IT" sz="1700" kern="1200" dirty="0" err="1"/>
            <a:t>openStreeMap</a:t>
          </a:r>
          <a:r>
            <a:rPr lang="it-IT" sz="1700" kern="1200" dirty="0"/>
            <a:t>)</a:t>
          </a:r>
        </a:p>
        <a:p>
          <a:pPr marL="0" lvl="0" indent="0" algn="ctr" defTabSz="755650">
            <a:lnSpc>
              <a:spcPct val="100000"/>
            </a:lnSpc>
            <a:spcBef>
              <a:spcPct val="0"/>
            </a:spcBef>
            <a:spcAft>
              <a:spcPct val="35000"/>
            </a:spcAft>
            <a:buNone/>
          </a:pPr>
          <a:r>
            <a:rPr lang="it-IT" sz="1700" kern="1200" err="1"/>
            <a:t>REST_framework</a:t>
          </a:r>
          <a:endParaRPr lang="it-IT" sz="1700" kern="1200"/>
        </a:p>
      </dsp:txBody>
      <dsp:txXfrm>
        <a:off x="7663003" y="2008690"/>
        <a:ext cx="3257909" cy="20518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B9085-CD04-4866-B259-FE94E574AF4A}">
      <dsp:nvSpPr>
        <dsp:cNvPr id="0" name=""/>
        <dsp:cNvSpPr/>
      </dsp:nvSpPr>
      <dsp:spPr>
        <a:xfrm>
          <a:off x="8634" y="370703"/>
          <a:ext cx="2013350" cy="60400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ptos Display" panose="02110004020202020204"/>
            </a:rPr>
            <a:t>Distributor</a:t>
          </a:r>
          <a:endParaRPr lang="en-US" sz="1500" kern="1200" dirty="0"/>
        </a:p>
      </dsp:txBody>
      <dsp:txXfrm>
        <a:off x="8634" y="370703"/>
        <a:ext cx="2013350" cy="604005"/>
      </dsp:txXfrm>
    </dsp:sp>
    <dsp:sp modelId="{3649A344-BDB9-46F3-998E-F9023656FCEB}">
      <dsp:nvSpPr>
        <dsp:cNvPr id="0" name=""/>
        <dsp:cNvSpPr/>
      </dsp:nvSpPr>
      <dsp:spPr>
        <a:xfrm>
          <a:off x="8634" y="974708"/>
          <a:ext cx="2013350" cy="14095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98874" tIns="198874" rIns="198874" bIns="198874" numCol="1" spcCol="1270" anchor="t" anchorCtr="0">
          <a:noAutofit/>
        </a:bodyPr>
        <a:lstStyle/>
        <a:p>
          <a:pPr marL="0" lvl="0" indent="0" algn="l" defTabSz="488950" rtl="0">
            <a:lnSpc>
              <a:spcPct val="90000"/>
            </a:lnSpc>
            <a:spcBef>
              <a:spcPct val="0"/>
            </a:spcBef>
            <a:spcAft>
              <a:spcPct val="35000"/>
            </a:spcAft>
            <a:buNone/>
          </a:pPr>
          <a:r>
            <a:rPr lang="en-US" sz="1100" b="1" u="none" kern="1200" dirty="0">
              <a:solidFill>
                <a:srgbClr val="FF0000"/>
              </a:solidFill>
              <a:latin typeface="Aptos Display" panose="02110004020202020204"/>
            </a:rPr>
            <a:t>Id</a:t>
          </a:r>
        </a:p>
        <a:p>
          <a:pPr marL="0" lvl="0" indent="0" algn="l" defTabSz="488950" rtl="0">
            <a:lnSpc>
              <a:spcPct val="90000"/>
            </a:lnSpc>
            <a:spcBef>
              <a:spcPct val="0"/>
            </a:spcBef>
            <a:spcAft>
              <a:spcPct val="35000"/>
            </a:spcAft>
            <a:buNone/>
          </a:pPr>
          <a:r>
            <a:rPr lang="en-US" sz="1100" kern="1200" dirty="0">
              <a:latin typeface="Aptos Display" panose="02110004020202020204"/>
            </a:rPr>
            <a:t>Status</a:t>
          </a:r>
        </a:p>
        <a:p>
          <a:pPr marL="0" lvl="0" indent="0" algn="l" defTabSz="488950" rtl="0">
            <a:lnSpc>
              <a:spcPct val="90000"/>
            </a:lnSpc>
            <a:spcBef>
              <a:spcPct val="0"/>
            </a:spcBef>
            <a:spcAft>
              <a:spcPct val="35000"/>
            </a:spcAft>
            <a:buNone/>
          </a:pPr>
          <a:r>
            <a:rPr lang="en-US" sz="1100" kern="1200" dirty="0">
              <a:latin typeface="Aptos Display" panose="02110004020202020204"/>
            </a:rPr>
            <a:t>Address</a:t>
          </a:r>
        </a:p>
        <a:p>
          <a:pPr marL="0" lvl="0" indent="0" algn="l" defTabSz="488950" rtl="0">
            <a:lnSpc>
              <a:spcPct val="90000"/>
            </a:lnSpc>
            <a:spcBef>
              <a:spcPct val="0"/>
            </a:spcBef>
            <a:spcAft>
              <a:spcPct val="35000"/>
            </a:spcAft>
            <a:buNone/>
          </a:pPr>
          <a:r>
            <a:rPr lang="en-US" sz="1100" kern="1200" dirty="0">
              <a:latin typeface="Aptos Display" panose="02110004020202020204"/>
            </a:rPr>
            <a:t>Position x</a:t>
          </a:r>
          <a:endParaRPr lang="en-US" sz="1100" kern="1200" dirty="0"/>
        </a:p>
        <a:p>
          <a:pPr marL="0" lvl="0" indent="0" algn="l" defTabSz="488950" rtl="0">
            <a:lnSpc>
              <a:spcPct val="90000"/>
            </a:lnSpc>
            <a:spcBef>
              <a:spcPct val="0"/>
            </a:spcBef>
            <a:spcAft>
              <a:spcPct val="35000"/>
            </a:spcAft>
            <a:buNone/>
          </a:pPr>
          <a:r>
            <a:rPr lang="en-US" sz="1100" kern="1200" dirty="0">
              <a:latin typeface="Aptos Display" panose="02110004020202020204"/>
            </a:rPr>
            <a:t>Position y</a:t>
          </a:r>
          <a:endParaRPr lang="en-US" sz="1100" kern="1200" dirty="0"/>
        </a:p>
      </dsp:txBody>
      <dsp:txXfrm>
        <a:off x="8634" y="974708"/>
        <a:ext cx="2013350" cy="1409583"/>
      </dsp:txXfrm>
    </dsp:sp>
    <dsp:sp modelId="{306F89D1-A05D-4199-A43E-C84B76F053F3}">
      <dsp:nvSpPr>
        <dsp:cNvPr id="0" name=""/>
        <dsp:cNvSpPr/>
      </dsp:nvSpPr>
      <dsp:spPr>
        <a:xfrm>
          <a:off x="2129879" y="370703"/>
          <a:ext cx="2013350" cy="60400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ptos Display" panose="02110004020202020204"/>
            </a:rPr>
            <a:t>Product</a:t>
          </a:r>
          <a:endParaRPr lang="en-US" sz="1500" kern="1200" dirty="0"/>
        </a:p>
      </dsp:txBody>
      <dsp:txXfrm>
        <a:off x="2129879" y="370703"/>
        <a:ext cx="2013350" cy="604005"/>
      </dsp:txXfrm>
    </dsp:sp>
    <dsp:sp modelId="{B1B6CBE5-9E97-4834-831E-8469D37A7D42}">
      <dsp:nvSpPr>
        <dsp:cNvPr id="0" name=""/>
        <dsp:cNvSpPr/>
      </dsp:nvSpPr>
      <dsp:spPr>
        <a:xfrm>
          <a:off x="2129879" y="974708"/>
          <a:ext cx="2013350" cy="14095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98874" tIns="198874" rIns="198874" bIns="198874" numCol="1" spcCol="1270" anchor="t" anchorCtr="0">
          <a:noAutofit/>
        </a:bodyPr>
        <a:lstStyle/>
        <a:p>
          <a:pPr marL="0" lvl="0" indent="0" algn="l" defTabSz="488950" rtl="0">
            <a:lnSpc>
              <a:spcPct val="90000"/>
            </a:lnSpc>
            <a:spcBef>
              <a:spcPct val="0"/>
            </a:spcBef>
            <a:spcAft>
              <a:spcPct val="35000"/>
            </a:spcAft>
            <a:buNone/>
          </a:pPr>
          <a:r>
            <a:rPr lang="en-US" sz="1100" b="1" kern="1200" dirty="0">
              <a:solidFill>
                <a:srgbClr val="FF0000"/>
              </a:solidFill>
              <a:latin typeface="Aptos Display" panose="02110004020202020204"/>
            </a:rPr>
            <a:t>Id</a:t>
          </a:r>
        </a:p>
        <a:p>
          <a:pPr marL="0" lvl="0" indent="0" algn="l" defTabSz="488950" rtl="0">
            <a:lnSpc>
              <a:spcPct val="90000"/>
            </a:lnSpc>
            <a:spcBef>
              <a:spcPct val="0"/>
            </a:spcBef>
            <a:spcAft>
              <a:spcPct val="35000"/>
            </a:spcAft>
            <a:buNone/>
          </a:pPr>
          <a:r>
            <a:rPr lang="en-US" sz="1100" kern="1200" dirty="0">
              <a:latin typeface="Aptos Display" panose="02110004020202020204"/>
            </a:rPr>
            <a:t>Name</a:t>
          </a:r>
        </a:p>
        <a:p>
          <a:pPr marL="0" lvl="0" indent="0" algn="l" defTabSz="488950">
            <a:lnSpc>
              <a:spcPct val="90000"/>
            </a:lnSpc>
            <a:spcBef>
              <a:spcPct val="0"/>
            </a:spcBef>
            <a:spcAft>
              <a:spcPct val="35000"/>
            </a:spcAft>
            <a:buNone/>
          </a:pPr>
          <a:r>
            <a:rPr lang="en-US" sz="1100" kern="1200" dirty="0">
              <a:latin typeface="Aptos Display" panose="02110004020202020204"/>
            </a:rPr>
            <a:t>Price</a:t>
          </a:r>
          <a:endParaRPr lang="en-US" sz="1100" kern="1200" dirty="0"/>
        </a:p>
      </dsp:txBody>
      <dsp:txXfrm>
        <a:off x="2129879" y="974708"/>
        <a:ext cx="2013350" cy="1409583"/>
      </dsp:txXfrm>
    </dsp:sp>
    <dsp:sp modelId="{F8CF985A-A9CB-4ECE-9DAF-22B79D6C4AAB}">
      <dsp:nvSpPr>
        <dsp:cNvPr id="0" name=""/>
        <dsp:cNvSpPr/>
      </dsp:nvSpPr>
      <dsp:spPr>
        <a:xfrm>
          <a:off x="4251124" y="370703"/>
          <a:ext cx="2013350" cy="60400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666750">
            <a:lnSpc>
              <a:spcPct val="90000"/>
            </a:lnSpc>
            <a:spcBef>
              <a:spcPct val="0"/>
            </a:spcBef>
            <a:spcAft>
              <a:spcPct val="35000"/>
            </a:spcAft>
            <a:buNone/>
          </a:pPr>
          <a:r>
            <a:rPr lang="en-US" sz="1500" kern="1200" err="1">
              <a:latin typeface="Aptos Display" panose="02110004020202020204"/>
            </a:rPr>
            <a:t>ProductsInDistributor</a:t>
          </a:r>
          <a:endParaRPr lang="en-US" sz="1500" kern="1200"/>
        </a:p>
      </dsp:txBody>
      <dsp:txXfrm>
        <a:off x="4251124" y="370703"/>
        <a:ext cx="2013350" cy="604005"/>
      </dsp:txXfrm>
    </dsp:sp>
    <dsp:sp modelId="{8D069A42-82B2-4FDC-8228-E929F101006F}">
      <dsp:nvSpPr>
        <dsp:cNvPr id="0" name=""/>
        <dsp:cNvSpPr/>
      </dsp:nvSpPr>
      <dsp:spPr>
        <a:xfrm>
          <a:off x="4251124" y="974708"/>
          <a:ext cx="2013350" cy="14095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98874" tIns="198874" rIns="198874" bIns="198874" numCol="1" spcCol="1270" anchor="t" anchorCtr="0">
          <a:noAutofit/>
        </a:bodyPr>
        <a:lstStyle/>
        <a:p>
          <a:pPr marL="0" lvl="0" indent="0" algn="l" defTabSz="488950">
            <a:lnSpc>
              <a:spcPct val="90000"/>
            </a:lnSpc>
            <a:spcBef>
              <a:spcPct val="0"/>
            </a:spcBef>
            <a:spcAft>
              <a:spcPct val="35000"/>
            </a:spcAft>
            <a:buNone/>
          </a:pPr>
          <a:r>
            <a:rPr lang="en-US" sz="1100" b="1" kern="1200" dirty="0" err="1">
              <a:solidFill>
                <a:schemeClr val="accent6"/>
              </a:solidFill>
              <a:latin typeface="Aptos Display" panose="02110004020202020204"/>
            </a:rPr>
            <a:t>Id_distributor</a:t>
          </a:r>
          <a:endParaRPr lang="en-US" sz="1100" b="1" kern="1200" dirty="0">
            <a:solidFill>
              <a:schemeClr val="accent6"/>
            </a:solidFill>
          </a:endParaRPr>
        </a:p>
        <a:p>
          <a:pPr marL="0" lvl="0" indent="0" algn="l" defTabSz="488950">
            <a:lnSpc>
              <a:spcPct val="90000"/>
            </a:lnSpc>
            <a:spcBef>
              <a:spcPct val="0"/>
            </a:spcBef>
            <a:spcAft>
              <a:spcPct val="35000"/>
            </a:spcAft>
            <a:buNone/>
          </a:pPr>
          <a:r>
            <a:rPr lang="en-US" sz="1100" kern="1200" dirty="0" err="1">
              <a:solidFill>
                <a:schemeClr val="accent6"/>
              </a:solidFill>
              <a:latin typeface="Aptos Display" panose="02110004020202020204"/>
            </a:rPr>
            <a:t>I</a:t>
          </a:r>
          <a:r>
            <a:rPr lang="en-US" sz="1100" b="1" kern="1200" dirty="0" err="1">
              <a:solidFill>
                <a:schemeClr val="accent6"/>
              </a:solidFill>
              <a:latin typeface="Aptos Display" panose="02110004020202020204"/>
            </a:rPr>
            <a:t>d_product</a:t>
          </a:r>
          <a:endParaRPr lang="en-US" sz="1100" b="1" kern="1200" dirty="0">
            <a:solidFill>
              <a:schemeClr val="accent6"/>
            </a:solidFill>
            <a:latin typeface="Aptos Display" panose="02110004020202020204"/>
          </a:endParaRPr>
        </a:p>
        <a:p>
          <a:pPr marL="0" lvl="0" indent="0" algn="l" defTabSz="488950" rtl="0">
            <a:lnSpc>
              <a:spcPct val="90000"/>
            </a:lnSpc>
            <a:spcBef>
              <a:spcPct val="0"/>
            </a:spcBef>
            <a:spcAft>
              <a:spcPct val="35000"/>
            </a:spcAft>
            <a:buNone/>
          </a:pPr>
          <a:r>
            <a:rPr lang="en-US" sz="1100" kern="1200" dirty="0">
              <a:latin typeface="Aptos Display" panose="02110004020202020204"/>
            </a:rPr>
            <a:t>Quantity</a:t>
          </a:r>
        </a:p>
      </dsp:txBody>
      <dsp:txXfrm>
        <a:off x="4251124" y="974708"/>
        <a:ext cx="2013350" cy="1409583"/>
      </dsp:txXfrm>
    </dsp:sp>
    <dsp:sp modelId="{75F5B732-EEA6-4A85-A987-43FC50EF11EE}">
      <dsp:nvSpPr>
        <dsp:cNvPr id="0" name=""/>
        <dsp:cNvSpPr/>
      </dsp:nvSpPr>
      <dsp:spPr>
        <a:xfrm>
          <a:off x="6372369" y="370703"/>
          <a:ext cx="2013350" cy="60400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ptos Display" panose="02110004020202020204"/>
            </a:rPr>
            <a:t>Selling</a:t>
          </a:r>
        </a:p>
      </dsp:txBody>
      <dsp:txXfrm>
        <a:off x="6372369" y="370703"/>
        <a:ext cx="2013350" cy="604005"/>
      </dsp:txXfrm>
    </dsp:sp>
    <dsp:sp modelId="{EA459B20-673A-4E65-BA83-66EACD38CC2B}">
      <dsp:nvSpPr>
        <dsp:cNvPr id="0" name=""/>
        <dsp:cNvSpPr/>
      </dsp:nvSpPr>
      <dsp:spPr>
        <a:xfrm>
          <a:off x="6372369" y="974708"/>
          <a:ext cx="2013350" cy="14095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98874" tIns="198874" rIns="198874" bIns="198874" numCol="1" spcCol="1270" anchor="t" anchorCtr="0">
          <a:noAutofit/>
        </a:bodyPr>
        <a:lstStyle/>
        <a:p>
          <a:pPr marL="0" lvl="0" indent="0" algn="l" defTabSz="488950" rtl="0">
            <a:lnSpc>
              <a:spcPct val="90000"/>
            </a:lnSpc>
            <a:spcBef>
              <a:spcPct val="0"/>
            </a:spcBef>
            <a:spcAft>
              <a:spcPct val="35000"/>
            </a:spcAft>
            <a:buNone/>
          </a:pPr>
          <a:r>
            <a:rPr lang="en-US" sz="1100" b="1" kern="1200" dirty="0" err="1">
              <a:solidFill>
                <a:schemeClr val="accent6"/>
              </a:solidFill>
              <a:latin typeface="Calibri"/>
              <a:ea typeface="Calibri"/>
              <a:cs typeface="Calibri"/>
            </a:rPr>
            <a:t>Id_distributor</a:t>
          </a:r>
          <a:endParaRPr lang="en-US" sz="1100" b="1" kern="1200" dirty="0">
            <a:solidFill>
              <a:schemeClr val="accent6"/>
            </a:solidFill>
            <a:latin typeface="Calibri"/>
            <a:ea typeface="Calibri"/>
            <a:cs typeface="Calibri"/>
          </a:endParaRPr>
        </a:p>
        <a:p>
          <a:pPr marL="0" lvl="0" indent="0" algn="l" defTabSz="488950">
            <a:lnSpc>
              <a:spcPct val="90000"/>
            </a:lnSpc>
            <a:spcBef>
              <a:spcPct val="0"/>
            </a:spcBef>
            <a:spcAft>
              <a:spcPct val="35000"/>
            </a:spcAft>
            <a:buNone/>
          </a:pPr>
          <a:r>
            <a:rPr lang="en-US" sz="1100" b="1" kern="1200" dirty="0" err="1">
              <a:solidFill>
                <a:schemeClr val="accent6"/>
              </a:solidFill>
              <a:latin typeface="Calibri"/>
              <a:ea typeface="Calibri"/>
              <a:cs typeface="Calibri"/>
            </a:rPr>
            <a:t>Id_product</a:t>
          </a:r>
          <a:endParaRPr lang="en-US" sz="1100" b="1" kern="1200" dirty="0" err="1">
            <a:solidFill>
              <a:schemeClr val="accent6"/>
            </a:solidFill>
          </a:endParaRPr>
        </a:p>
        <a:p>
          <a:pPr marL="0" lvl="0" indent="0" algn="l" defTabSz="488950">
            <a:lnSpc>
              <a:spcPct val="90000"/>
            </a:lnSpc>
            <a:spcBef>
              <a:spcPct val="0"/>
            </a:spcBef>
            <a:spcAft>
              <a:spcPct val="35000"/>
            </a:spcAft>
            <a:buNone/>
          </a:pPr>
          <a:r>
            <a:rPr lang="en-US" sz="1100" kern="1200" dirty="0" err="1">
              <a:latin typeface="Calibri"/>
              <a:ea typeface="Calibri"/>
              <a:cs typeface="Calibri"/>
            </a:rPr>
            <a:t>Date_time</a:t>
          </a:r>
          <a:endParaRPr lang="en-US" sz="1100" kern="1200" dirty="0">
            <a:latin typeface="Calibri"/>
            <a:ea typeface="Calibri"/>
            <a:cs typeface="Calibri"/>
          </a:endParaRPr>
        </a:p>
      </dsp:txBody>
      <dsp:txXfrm>
        <a:off x="6372369" y="974708"/>
        <a:ext cx="2013350" cy="1409583"/>
      </dsp:txXfrm>
    </dsp:sp>
    <dsp:sp modelId="{D70012ED-4525-4CFE-ABA8-6E5779D85F0E}">
      <dsp:nvSpPr>
        <dsp:cNvPr id="0" name=""/>
        <dsp:cNvSpPr/>
      </dsp:nvSpPr>
      <dsp:spPr>
        <a:xfrm>
          <a:off x="8493615" y="370703"/>
          <a:ext cx="2013350" cy="60400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Calibri"/>
              <a:ea typeface="Calibri"/>
              <a:cs typeface="Calibri"/>
            </a:rPr>
            <a:t>User</a:t>
          </a:r>
        </a:p>
      </dsp:txBody>
      <dsp:txXfrm>
        <a:off x="8493615" y="370703"/>
        <a:ext cx="2013350" cy="604005"/>
      </dsp:txXfrm>
    </dsp:sp>
    <dsp:sp modelId="{64D3EA5E-E4C4-417E-A201-81D332EB2A79}">
      <dsp:nvSpPr>
        <dsp:cNvPr id="0" name=""/>
        <dsp:cNvSpPr/>
      </dsp:nvSpPr>
      <dsp:spPr>
        <a:xfrm>
          <a:off x="8493615" y="974708"/>
          <a:ext cx="2013350" cy="14095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98874" tIns="198874" rIns="198874" bIns="198874" numCol="1" spcCol="1270" anchor="t" anchorCtr="0">
          <a:noAutofit/>
        </a:bodyPr>
        <a:lstStyle/>
        <a:p>
          <a:pPr marL="0" lvl="0" indent="0" algn="l" defTabSz="488950" rtl="0">
            <a:lnSpc>
              <a:spcPct val="90000"/>
            </a:lnSpc>
            <a:spcBef>
              <a:spcPct val="0"/>
            </a:spcBef>
            <a:spcAft>
              <a:spcPct val="35000"/>
            </a:spcAft>
            <a:buNone/>
          </a:pPr>
          <a:r>
            <a:rPr lang="en-US" sz="1100" b="1" kern="1200" dirty="0">
              <a:solidFill>
                <a:srgbClr val="FF0000"/>
              </a:solidFill>
              <a:latin typeface="Calibri"/>
              <a:ea typeface="Calibri"/>
              <a:cs typeface="Calibri"/>
            </a:rPr>
            <a:t>Id</a:t>
          </a:r>
        </a:p>
        <a:p>
          <a:pPr marL="0" lvl="0" indent="0" algn="l" defTabSz="488950" rtl="0">
            <a:lnSpc>
              <a:spcPct val="90000"/>
            </a:lnSpc>
            <a:spcBef>
              <a:spcPct val="0"/>
            </a:spcBef>
            <a:spcAft>
              <a:spcPct val="35000"/>
            </a:spcAft>
            <a:buNone/>
          </a:pPr>
          <a:r>
            <a:rPr lang="en-US" sz="1100" b="0" kern="1200" dirty="0">
              <a:latin typeface="Calibri"/>
              <a:ea typeface="Calibri"/>
              <a:cs typeface="Calibri"/>
            </a:rPr>
            <a:t>Name</a:t>
          </a:r>
        </a:p>
        <a:p>
          <a:pPr marL="0" lvl="0" indent="0" algn="l" defTabSz="488950" rtl="0">
            <a:lnSpc>
              <a:spcPct val="90000"/>
            </a:lnSpc>
            <a:spcBef>
              <a:spcPct val="0"/>
            </a:spcBef>
            <a:spcAft>
              <a:spcPct val="35000"/>
            </a:spcAft>
            <a:buNone/>
          </a:pPr>
          <a:r>
            <a:rPr lang="en-US" sz="1100" b="0" kern="1200" dirty="0">
              <a:latin typeface="Calibri"/>
              <a:ea typeface="Calibri"/>
              <a:cs typeface="Calibri"/>
            </a:rPr>
            <a:t>Email</a:t>
          </a:r>
        </a:p>
        <a:p>
          <a:pPr marL="0" lvl="0" indent="0" algn="l" defTabSz="488950">
            <a:lnSpc>
              <a:spcPct val="90000"/>
            </a:lnSpc>
            <a:spcBef>
              <a:spcPct val="0"/>
            </a:spcBef>
            <a:spcAft>
              <a:spcPct val="35000"/>
            </a:spcAft>
            <a:buNone/>
          </a:pPr>
          <a:r>
            <a:rPr lang="en-US" sz="1100" b="0" kern="1200" dirty="0">
              <a:latin typeface="Calibri"/>
              <a:ea typeface="Calibri"/>
              <a:cs typeface="Calibri"/>
            </a:rPr>
            <a:t>password</a:t>
          </a:r>
        </a:p>
      </dsp:txBody>
      <dsp:txXfrm>
        <a:off x="8493615" y="974708"/>
        <a:ext cx="2013350" cy="1409583"/>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B4D470-2734-4CE8-8013-871E3F3DB201}" type="datetimeFigureOut">
              <a:rPr lang="it-IT" smtClean="0"/>
              <a:t>26/01/2026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0CED32-8595-414D-98B6-C5996E354EF9}" type="slidenum">
              <a:rPr lang="it-IT" smtClean="0"/>
              <a:t>‹N›</a:t>
            </a:fld>
            <a:endParaRPr lang="it-IT"/>
          </a:p>
        </p:txBody>
      </p:sp>
    </p:spTree>
    <p:extLst>
      <p:ext uri="{BB962C8B-B14F-4D97-AF65-F5344CB8AC3E}">
        <p14:creationId xmlns:p14="http://schemas.microsoft.com/office/powerpoint/2010/main" val="28266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0ABA0F-0F16-8DEB-45FD-9DF97D59BD67}"/>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E8E40A1-E076-A534-61B2-9D24C9E7D2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605C7C67-CEEA-89AB-5BD1-0A04E529830D}"/>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5" name="Segnaposto piè di pagina 4">
            <a:extLst>
              <a:ext uri="{FF2B5EF4-FFF2-40B4-BE49-F238E27FC236}">
                <a16:creationId xmlns:a16="http://schemas.microsoft.com/office/drawing/2014/main" id="{C0DD3B8A-D15B-14DE-F554-1212A0CD054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7509FDF-7E85-AF65-C3D1-A3C0D6F7F2BD}"/>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3287288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4FC87D-AAAF-D47B-7AE5-AF7256900F1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C26004A-08A2-7BF7-D54B-52A7F49DBD85}"/>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A5A7873-7D90-E1DA-9D52-8CEFBACE2290}"/>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5" name="Segnaposto piè di pagina 4">
            <a:extLst>
              <a:ext uri="{FF2B5EF4-FFF2-40B4-BE49-F238E27FC236}">
                <a16:creationId xmlns:a16="http://schemas.microsoft.com/office/drawing/2014/main" id="{23C3F3EB-61B3-C6C9-3D65-8601B71A56D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900E629-0142-1979-F5E5-CE2AA7B5CB91}"/>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2649698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5C3D073-1197-2C19-B71C-4B15E2811191}"/>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1E909045-642F-8A0E-6C2B-7DD3DFEE00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14919E50-C501-13EF-59AC-339A74A4D03E}"/>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5" name="Segnaposto piè di pagina 4">
            <a:extLst>
              <a:ext uri="{FF2B5EF4-FFF2-40B4-BE49-F238E27FC236}">
                <a16:creationId xmlns:a16="http://schemas.microsoft.com/office/drawing/2014/main" id="{32211B86-B9EE-1440-6E4E-87B3F4B4F7B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F31DEDE-C150-9F8E-D380-D44FA312EED6}"/>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207687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81D1C0-FC7A-BB28-105F-333ECAF1517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C75EDD8-472C-ED82-115F-99717D27DF83}"/>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6109D0B5-1F21-0C3F-4EE0-32CC80CDCE88}"/>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0121BEE-120E-FE9D-706E-45F291965435}"/>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6" name="Segnaposto piè di pagina 5">
            <a:extLst>
              <a:ext uri="{FF2B5EF4-FFF2-40B4-BE49-F238E27FC236}">
                <a16:creationId xmlns:a16="http://schemas.microsoft.com/office/drawing/2014/main" id="{49F3FE54-DD1F-47DA-E1AC-C7C4D9E6BA8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F040E39-E0E2-DE04-1D4F-02903F465E90}"/>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2139888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958527-3261-FB14-E2FA-480E771764D6}"/>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61FF2274-BD84-2B4D-ABCA-1B2B210E4D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74F1CF0C-DCEA-C288-C5D8-5E4E218F83B6}"/>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8408F213-60E3-C817-1064-8C007D7A35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15181366-C82A-69B4-52A0-66613EFAD29B}"/>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08FD5BAB-A0AE-D24B-E347-01C30EEDC965}"/>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8" name="Segnaposto piè di pagina 7">
            <a:extLst>
              <a:ext uri="{FF2B5EF4-FFF2-40B4-BE49-F238E27FC236}">
                <a16:creationId xmlns:a16="http://schemas.microsoft.com/office/drawing/2014/main" id="{C60CEB00-2FD1-16F6-6F48-FE8F9E1277B6}"/>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860C842F-3911-DBA3-E2D1-587D550A1201}"/>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23050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D9712C8-8445-F479-8C76-CFBB1486D874}"/>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214DEFD7-BCDD-C633-CACD-B286E71BCEE2}"/>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4" name="Segnaposto piè di pagina 3">
            <a:extLst>
              <a:ext uri="{FF2B5EF4-FFF2-40B4-BE49-F238E27FC236}">
                <a16:creationId xmlns:a16="http://schemas.microsoft.com/office/drawing/2014/main" id="{14DD9A95-A7F0-2318-D9F6-CD4CE3F4A0AB}"/>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6A36263-28E1-9061-8A26-3922D2D65B08}"/>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50805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0E06B981-7602-84DA-1507-9E750A12975F}"/>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3" name="Segnaposto piè di pagina 2">
            <a:extLst>
              <a:ext uri="{FF2B5EF4-FFF2-40B4-BE49-F238E27FC236}">
                <a16:creationId xmlns:a16="http://schemas.microsoft.com/office/drawing/2014/main" id="{22DE2A73-7041-EC93-F590-681430358693}"/>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280B796-EC4A-669A-4A03-FA9CEEF7446B}"/>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152197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177D48-2EC8-3CAF-B416-9C5A14BB555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83C042A-DAAA-184A-3A8E-B66D2911BE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92E8AF02-3C88-09A8-660D-F623587498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FB2E0A5-A5DF-494A-2E07-454F3DCCE37F}"/>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6" name="Segnaposto piè di pagina 5">
            <a:extLst>
              <a:ext uri="{FF2B5EF4-FFF2-40B4-BE49-F238E27FC236}">
                <a16:creationId xmlns:a16="http://schemas.microsoft.com/office/drawing/2014/main" id="{ACED8C4D-87E7-1A01-04E7-3E5A6CA48BCE}"/>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27B3197-A8A2-BC2F-BB1B-4AD085012E5B}"/>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3446900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34FF83F-F940-A223-1A6B-14953E8C7AE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AF27DA86-4C14-9D7E-7C1E-F3A0621F60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D75B8178-1A67-9EE1-1A09-108213C550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372AE72-D8B2-E441-5F9A-B3BFC6AA607B}"/>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6" name="Segnaposto piè di pagina 5">
            <a:extLst>
              <a:ext uri="{FF2B5EF4-FFF2-40B4-BE49-F238E27FC236}">
                <a16:creationId xmlns:a16="http://schemas.microsoft.com/office/drawing/2014/main" id="{426002F8-22EC-4FE2-F009-C459142D692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6A9874C-0A33-778B-B012-1D33E14A621C}"/>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3841908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0DAB9C-6BCA-1CA8-D4C3-DD69A85F2952}"/>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84ADFDE-FBB8-13F7-46BA-5A1256C3149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A92FC54-DF39-76D4-FA17-067159B07F00}"/>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5" name="Segnaposto piè di pagina 4">
            <a:extLst>
              <a:ext uri="{FF2B5EF4-FFF2-40B4-BE49-F238E27FC236}">
                <a16:creationId xmlns:a16="http://schemas.microsoft.com/office/drawing/2014/main" id="{205E5FF8-0A2D-9ACD-28AF-3E924E75B95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7D7F476-BE31-AFB5-D0C6-5E2E081CCB6F}"/>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525014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9B7CE9C-3579-4395-6E4A-1C544CB9B150}"/>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C57AB8F0-DF3C-F792-27FE-34176746392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51AE3F9-BA24-FE7A-07BE-C302DF1B791C}"/>
              </a:ext>
            </a:extLst>
          </p:cNvPr>
          <p:cNvSpPr>
            <a:spLocks noGrp="1"/>
          </p:cNvSpPr>
          <p:nvPr>
            <p:ph type="dt" sz="half" idx="10"/>
          </p:nvPr>
        </p:nvSpPr>
        <p:spPr/>
        <p:txBody>
          <a:bodyPr/>
          <a:lstStyle/>
          <a:p>
            <a:fld id="{111496D7-D95A-4E94-9624-2BD01E85F829}" type="datetimeFigureOut">
              <a:rPr lang="it-IT" smtClean="0"/>
              <a:t>26/01/2026</a:t>
            </a:fld>
            <a:endParaRPr lang="it-IT"/>
          </a:p>
        </p:txBody>
      </p:sp>
      <p:sp>
        <p:nvSpPr>
          <p:cNvPr id="5" name="Segnaposto piè di pagina 4">
            <a:extLst>
              <a:ext uri="{FF2B5EF4-FFF2-40B4-BE49-F238E27FC236}">
                <a16:creationId xmlns:a16="http://schemas.microsoft.com/office/drawing/2014/main" id="{FBB67FA0-B7B3-B1BC-DF5E-69F048EA1D2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F4A3C78-33A8-D8B6-1B5F-2CC71A77ADE1}"/>
              </a:ext>
            </a:extLst>
          </p:cNvPr>
          <p:cNvSpPr>
            <a:spLocks noGrp="1"/>
          </p:cNvSpPr>
          <p:nvPr>
            <p:ph type="sldNum" sz="quarter" idx="12"/>
          </p:nvPr>
        </p:nvSpPr>
        <p:spPr/>
        <p:txBody>
          <a:bodyPr/>
          <a:lstStyle/>
          <a:p>
            <a:fld id="{7245BC23-2BDD-4F6B-B3A6-7E022BB52C35}" type="slidenum">
              <a:rPr lang="it-IT" smtClean="0"/>
              <a:t>‹N›</a:t>
            </a:fld>
            <a:endParaRPr lang="it-IT"/>
          </a:p>
        </p:txBody>
      </p:sp>
    </p:spTree>
    <p:extLst>
      <p:ext uri="{BB962C8B-B14F-4D97-AF65-F5344CB8AC3E}">
        <p14:creationId xmlns:p14="http://schemas.microsoft.com/office/powerpoint/2010/main" val="4260041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349F373F-F533-D6D7-E348-987EA2193F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D4F3CA5-DD07-61B0-2643-A3B90BAEB5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DB1734C-7780-F0E3-7FD5-1CD30B54B3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1496D7-D95A-4E94-9624-2BD01E85F829}" type="datetimeFigureOut">
              <a:rPr lang="it-IT" smtClean="0"/>
              <a:t>26/01/2026</a:t>
            </a:fld>
            <a:endParaRPr lang="it-IT"/>
          </a:p>
        </p:txBody>
      </p:sp>
      <p:sp>
        <p:nvSpPr>
          <p:cNvPr id="5" name="Segnaposto piè di pagina 4">
            <a:extLst>
              <a:ext uri="{FF2B5EF4-FFF2-40B4-BE49-F238E27FC236}">
                <a16:creationId xmlns:a16="http://schemas.microsoft.com/office/drawing/2014/main" id="{54E64FCF-3656-F050-68A9-5C1EDEBE49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6070FB28-5C56-69FD-5852-D8DAA2DDF0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45BC23-2BDD-4F6B-B3A6-7E022BB52C35}" type="slidenum">
              <a:rPr lang="it-IT" smtClean="0"/>
              <a:t>‹N›</a:t>
            </a:fld>
            <a:endParaRPr lang="it-IT"/>
          </a:p>
        </p:txBody>
      </p:sp>
    </p:spTree>
    <p:extLst>
      <p:ext uri="{BB962C8B-B14F-4D97-AF65-F5344CB8AC3E}">
        <p14:creationId xmlns:p14="http://schemas.microsoft.com/office/powerpoint/2010/main" val="3071168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241F8D3C-1A8B-EF90-285C-3066C62DAF74}"/>
              </a:ext>
            </a:extLst>
          </p:cNvPr>
          <p:cNvSpPr txBox="1"/>
          <p:nvPr/>
        </p:nvSpPr>
        <p:spPr>
          <a:xfrm>
            <a:off x="6417733" y="490537"/>
            <a:ext cx="5291663" cy="162877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a:latin typeface="+mj-lt"/>
                <a:ea typeface="+mj-ea"/>
                <a:cs typeface="+mj-cs"/>
              </a:rPr>
              <a:t>Dispenser’s components</a:t>
            </a:r>
          </a:p>
        </p:txBody>
      </p:sp>
      <p:pic>
        <p:nvPicPr>
          <p:cNvPr id="9" name="Picture 8">
            <a:extLst>
              <a:ext uri="{FF2B5EF4-FFF2-40B4-BE49-F238E27FC236}">
                <a16:creationId xmlns:a16="http://schemas.microsoft.com/office/drawing/2014/main" id="{8DE3B415-FCA6-0635-0886-23AEE748A2C0}"/>
              </a:ext>
            </a:extLst>
          </p:cNvPr>
          <p:cNvPicPr>
            <a:picLocks noChangeAspect="1"/>
          </p:cNvPicPr>
          <p:nvPr/>
        </p:nvPicPr>
        <p:blipFill>
          <a:blip r:embed="rId2"/>
          <a:srcRect l="21703" r="18949" b="-2"/>
          <a:stretch>
            <a:fillRect/>
          </a:stretch>
        </p:blipFill>
        <p:spPr>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graphicFrame>
        <p:nvGraphicFramePr>
          <p:cNvPr id="6" name="Diagramma 5">
            <a:extLst>
              <a:ext uri="{FF2B5EF4-FFF2-40B4-BE49-F238E27FC236}">
                <a16:creationId xmlns:a16="http://schemas.microsoft.com/office/drawing/2014/main" id="{063E8D20-0B50-398B-2D23-9475AC7267F3}"/>
              </a:ext>
            </a:extLst>
          </p:cNvPr>
          <p:cNvGraphicFramePr/>
          <p:nvPr>
            <p:extLst>
              <p:ext uri="{D42A27DB-BD31-4B8C-83A1-F6EECF244321}">
                <p14:modId xmlns:p14="http://schemas.microsoft.com/office/powerpoint/2010/main" val="1271739007"/>
              </p:ext>
            </p:extLst>
          </p:nvPr>
        </p:nvGraphicFramePr>
        <p:xfrm>
          <a:off x="6417734" y="2614612"/>
          <a:ext cx="5556093" cy="37528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1642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02225B-DA94-C489-F0F9-66F0B742B09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123E1D-CBC7-A7E6-95B6-DAB0A34F0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070B94-75DA-6F9E-921C-9D8F495D6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F924DB5-669D-C0FB-1404-952EA0890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FEA1EB9-00E6-DDDD-47BE-305A6EBBE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FD82028-AE16-F046-137C-16227C632729}"/>
              </a:ext>
            </a:extLst>
          </p:cNvPr>
          <p:cNvSpPr>
            <a:spLocks noGrp="1"/>
          </p:cNvSpPr>
          <p:nvPr>
            <p:ph type="title"/>
          </p:nvPr>
        </p:nvSpPr>
        <p:spPr>
          <a:xfrm>
            <a:off x="1371597" y="348865"/>
            <a:ext cx="10044023" cy="877729"/>
          </a:xfrm>
        </p:spPr>
        <p:txBody>
          <a:bodyPr anchor="ctr">
            <a:normAutofit/>
          </a:bodyPr>
          <a:lstStyle/>
          <a:p>
            <a:r>
              <a:rPr lang="it-IT" sz="4000" dirty="0">
                <a:solidFill>
                  <a:schemeClr val="bg1"/>
                </a:solidFill>
              </a:rPr>
              <a:t>Communications steps</a:t>
            </a:r>
          </a:p>
        </p:txBody>
      </p:sp>
      <p:graphicFrame>
        <p:nvGraphicFramePr>
          <p:cNvPr id="23" name="Diagramma 7">
            <a:extLst>
              <a:ext uri="{FF2B5EF4-FFF2-40B4-BE49-F238E27FC236}">
                <a16:creationId xmlns:a16="http://schemas.microsoft.com/office/drawing/2014/main" id="{B9900597-8F7C-1ED3-2BF9-AF6446015569}"/>
              </a:ext>
            </a:extLst>
          </p:cNvPr>
          <p:cNvGraphicFramePr/>
          <p:nvPr>
            <p:extLst>
              <p:ext uri="{D42A27DB-BD31-4B8C-83A1-F6EECF244321}">
                <p14:modId xmlns:p14="http://schemas.microsoft.com/office/powerpoint/2010/main" val="3368522399"/>
              </p:ext>
            </p:extLst>
          </p:nvPr>
        </p:nvGraphicFramePr>
        <p:xfrm>
          <a:off x="838200" y="1026542"/>
          <a:ext cx="3820064" cy="58314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2" name="CasellaDiTesto 8">
            <a:extLst>
              <a:ext uri="{FF2B5EF4-FFF2-40B4-BE49-F238E27FC236}">
                <a16:creationId xmlns:a16="http://schemas.microsoft.com/office/drawing/2014/main" id="{9CADE2D7-12F6-24C4-9D5D-0D2B69DB79B0}"/>
              </a:ext>
            </a:extLst>
          </p:cNvPr>
          <p:cNvSpPr txBox="1"/>
          <p:nvPr/>
        </p:nvSpPr>
        <p:spPr>
          <a:xfrm>
            <a:off x="3966728" y="2622430"/>
            <a:ext cx="691536" cy="369332"/>
          </a:xfrm>
          <a:prstGeom prst="rect">
            <a:avLst/>
          </a:prstGeom>
          <a:noFill/>
        </p:spPr>
        <p:txBody>
          <a:bodyPr wrap="none" rtlCol="0">
            <a:spAutoFit/>
          </a:bodyPr>
          <a:lstStyle/>
          <a:p>
            <a:r>
              <a:rPr lang="it-IT" err="1"/>
              <a:t>LoRa</a:t>
            </a:r>
            <a:endParaRPr lang="it-IT"/>
          </a:p>
        </p:txBody>
      </p:sp>
      <p:sp>
        <p:nvSpPr>
          <p:cNvPr id="34" name="CasellaDiTesto 9">
            <a:extLst>
              <a:ext uri="{FF2B5EF4-FFF2-40B4-BE49-F238E27FC236}">
                <a16:creationId xmlns:a16="http://schemas.microsoft.com/office/drawing/2014/main" id="{5C80C2C4-928E-9174-CB57-B8E6BFD2947C}"/>
              </a:ext>
            </a:extLst>
          </p:cNvPr>
          <p:cNvSpPr txBox="1"/>
          <p:nvPr/>
        </p:nvSpPr>
        <p:spPr>
          <a:xfrm>
            <a:off x="905774" y="3757604"/>
            <a:ext cx="628698" cy="369332"/>
          </a:xfrm>
          <a:prstGeom prst="rect">
            <a:avLst/>
          </a:prstGeom>
          <a:noFill/>
        </p:spPr>
        <p:txBody>
          <a:bodyPr wrap="none" rtlCol="0">
            <a:spAutoFit/>
          </a:bodyPr>
          <a:lstStyle/>
          <a:p>
            <a:r>
              <a:rPr lang="it-IT"/>
              <a:t>Http</a:t>
            </a:r>
          </a:p>
        </p:txBody>
      </p:sp>
      <p:graphicFrame>
        <p:nvGraphicFramePr>
          <p:cNvPr id="36" name="Diagramma 10">
            <a:extLst>
              <a:ext uri="{FF2B5EF4-FFF2-40B4-BE49-F238E27FC236}">
                <a16:creationId xmlns:a16="http://schemas.microsoft.com/office/drawing/2014/main" id="{025D946B-6AA7-8488-A38C-B60BE57D3B7B}"/>
              </a:ext>
            </a:extLst>
          </p:cNvPr>
          <p:cNvGraphicFramePr/>
          <p:nvPr>
            <p:extLst>
              <p:ext uri="{D42A27DB-BD31-4B8C-83A1-F6EECF244321}">
                <p14:modId xmlns:p14="http://schemas.microsoft.com/office/powerpoint/2010/main" val="2734668573"/>
              </p:ext>
            </p:extLst>
          </p:nvPr>
        </p:nvGraphicFramePr>
        <p:xfrm>
          <a:off x="6096000" y="1026542"/>
          <a:ext cx="3820064" cy="583145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5" name="CasellaDiTesto 11">
            <a:extLst>
              <a:ext uri="{FF2B5EF4-FFF2-40B4-BE49-F238E27FC236}">
                <a16:creationId xmlns:a16="http://schemas.microsoft.com/office/drawing/2014/main" id="{1B5B786C-E655-333D-D216-BE2E9E2275F5}"/>
              </a:ext>
            </a:extLst>
          </p:cNvPr>
          <p:cNvSpPr txBox="1"/>
          <p:nvPr/>
        </p:nvSpPr>
        <p:spPr>
          <a:xfrm>
            <a:off x="6096000" y="3757604"/>
            <a:ext cx="691536" cy="369332"/>
          </a:xfrm>
          <a:prstGeom prst="rect">
            <a:avLst/>
          </a:prstGeom>
          <a:noFill/>
        </p:spPr>
        <p:txBody>
          <a:bodyPr wrap="none" rtlCol="0">
            <a:spAutoFit/>
          </a:bodyPr>
          <a:lstStyle/>
          <a:p>
            <a:r>
              <a:rPr lang="it-IT" err="1"/>
              <a:t>LoRa</a:t>
            </a:r>
            <a:endParaRPr lang="it-IT"/>
          </a:p>
        </p:txBody>
      </p:sp>
      <p:sp>
        <p:nvSpPr>
          <p:cNvPr id="47" name="CasellaDiTesto 12">
            <a:extLst>
              <a:ext uri="{FF2B5EF4-FFF2-40B4-BE49-F238E27FC236}">
                <a16:creationId xmlns:a16="http://schemas.microsoft.com/office/drawing/2014/main" id="{C0AF2307-3077-BF06-D60F-C2821BA9FF68}"/>
              </a:ext>
            </a:extLst>
          </p:cNvPr>
          <p:cNvSpPr txBox="1"/>
          <p:nvPr/>
        </p:nvSpPr>
        <p:spPr>
          <a:xfrm>
            <a:off x="9225951" y="2622430"/>
            <a:ext cx="628698" cy="369332"/>
          </a:xfrm>
          <a:prstGeom prst="rect">
            <a:avLst/>
          </a:prstGeom>
          <a:noFill/>
        </p:spPr>
        <p:txBody>
          <a:bodyPr wrap="none" rtlCol="0">
            <a:spAutoFit/>
          </a:bodyPr>
          <a:lstStyle/>
          <a:p>
            <a:r>
              <a:rPr lang="it-IT"/>
              <a:t>Http</a:t>
            </a:r>
          </a:p>
        </p:txBody>
      </p:sp>
      <p:sp>
        <p:nvSpPr>
          <p:cNvPr id="49" name="Content Placeholder 48">
            <a:extLst>
              <a:ext uri="{FF2B5EF4-FFF2-40B4-BE49-F238E27FC236}">
                <a16:creationId xmlns:a16="http://schemas.microsoft.com/office/drawing/2014/main" id="{0AA1C1F2-55A3-671E-6038-70EE8A8F3BB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24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0D271C-03B8-FE79-1344-76C43832AE0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BCBC624-1EEC-62F3-6B56-ECBCE988A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2ED1407-901C-E2BE-9DE7-19B08F695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1334A9-9EB9-B794-AA40-78E6EE456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73584E4-DCC2-B091-1C3A-67CE4F689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AABA83F-288F-3C33-03BB-4B35579995F9}"/>
              </a:ext>
            </a:extLst>
          </p:cNvPr>
          <p:cNvSpPr>
            <a:spLocks noGrp="1"/>
          </p:cNvSpPr>
          <p:nvPr>
            <p:ph type="title"/>
          </p:nvPr>
        </p:nvSpPr>
        <p:spPr>
          <a:xfrm>
            <a:off x="1371597" y="348865"/>
            <a:ext cx="10044023" cy="877729"/>
          </a:xfrm>
        </p:spPr>
        <p:txBody>
          <a:bodyPr anchor="ctr">
            <a:normAutofit/>
          </a:bodyPr>
          <a:lstStyle/>
          <a:p>
            <a:r>
              <a:rPr lang="it-IT" sz="4000">
                <a:solidFill>
                  <a:srgbClr val="FFFFFF"/>
                </a:solidFill>
              </a:rPr>
              <a:t>Server to dispenser </a:t>
            </a:r>
            <a:r>
              <a:rPr lang="it-IT" sz="4000" err="1">
                <a:solidFill>
                  <a:srgbClr val="FFFFFF"/>
                </a:solidFill>
              </a:rPr>
              <a:t>communications</a:t>
            </a:r>
            <a:endParaRPr lang="it-IT" sz="4000">
              <a:solidFill>
                <a:srgbClr val="FFFFFF"/>
              </a:solidFill>
            </a:endParaRPr>
          </a:p>
        </p:txBody>
      </p:sp>
      <p:graphicFrame>
        <p:nvGraphicFramePr>
          <p:cNvPr id="3" name="Segnaposto contenuto 19">
            <a:extLst>
              <a:ext uri="{FF2B5EF4-FFF2-40B4-BE49-F238E27FC236}">
                <a16:creationId xmlns:a16="http://schemas.microsoft.com/office/drawing/2014/main" id="{25D8336E-74CE-5D91-53DD-ED99599BC16F}"/>
              </a:ext>
            </a:extLst>
          </p:cNvPr>
          <p:cNvGraphicFramePr>
            <a:graphicFrameLocks noGrp="1"/>
          </p:cNvGraphicFramePr>
          <p:nvPr>
            <p:ph idx="1"/>
            <p:extLst>
              <p:ext uri="{D42A27DB-BD31-4B8C-83A1-F6EECF244321}">
                <p14:modId xmlns:p14="http://schemas.microsoft.com/office/powerpoint/2010/main" val="1706083162"/>
              </p:ext>
            </p:extLst>
          </p:nvPr>
        </p:nvGraphicFramePr>
        <p:xfrm>
          <a:off x="838200" y="2348161"/>
          <a:ext cx="10515600" cy="38288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8897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1C9D0C-F5C8-1302-50DA-28806E6F544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0D8704B-299F-4C42-D772-1B8339BCF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579763-5DCE-B8B9-B7CB-FD3B09D57C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93394F3-CFC1-9356-4E66-5A80234340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1C36C0-7A56-A2D3-7233-2C3108F6A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3096B84-68C8-5A67-E3A2-118B16A4EA8A}"/>
              </a:ext>
            </a:extLst>
          </p:cNvPr>
          <p:cNvSpPr>
            <a:spLocks noGrp="1"/>
          </p:cNvSpPr>
          <p:nvPr>
            <p:ph type="title"/>
          </p:nvPr>
        </p:nvSpPr>
        <p:spPr>
          <a:xfrm>
            <a:off x="1371597" y="348865"/>
            <a:ext cx="10044023" cy="877729"/>
          </a:xfrm>
        </p:spPr>
        <p:txBody>
          <a:bodyPr anchor="ctr">
            <a:normAutofit/>
          </a:bodyPr>
          <a:lstStyle/>
          <a:p>
            <a:r>
              <a:rPr lang="it-IT" sz="4000">
                <a:solidFill>
                  <a:srgbClr val="FFFFFF"/>
                </a:solidFill>
              </a:rPr>
              <a:t>Dispenser to server </a:t>
            </a:r>
            <a:r>
              <a:rPr lang="it-IT" sz="4000" err="1">
                <a:solidFill>
                  <a:srgbClr val="FFFFFF"/>
                </a:solidFill>
              </a:rPr>
              <a:t>communications</a:t>
            </a:r>
            <a:endParaRPr lang="it-IT" sz="4000">
              <a:solidFill>
                <a:srgbClr val="FFFFFF"/>
              </a:solidFill>
            </a:endParaRPr>
          </a:p>
        </p:txBody>
      </p:sp>
      <p:graphicFrame>
        <p:nvGraphicFramePr>
          <p:cNvPr id="3" name="Segnaposto contenuto 19">
            <a:extLst>
              <a:ext uri="{FF2B5EF4-FFF2-40B4-BE49-F238E27FC236}">
                <a16:creationId xmlns:a16="http://schemas.microsoft.com/office/drawing/2014/main" id="{1609B148-BDB9-31BE-70F2-EF3F15C519C8}"/>
              </a:ext>
            </a:extLst>
          </p:cNvPr>
          <p:cNvGraphicFramePr>
            <a:graphicFrameLocks noGrp="1"/>
          </p:cNvGraphicFramePr>
          <p:nvPr>
            <p:ph idx="1"/>
            <p:extLst>
              <p:ext uri="{D42A27DB-BD31-4B8C-83A1-F6EECF244321}">
                <p14:modId xmlns:p14="http://schemas.microsoft.com/office/powerpoint/2010/main" val="2999626075"/>
              </p:ext>
            </p:extLst>
          </p:nvPr>
        </p:nvGraphicFramePr>
        <p:xfrm>
          <a:off x="838200" y="2348161"/>
          <a:ext cx="10515600" cy="38288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2740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A60813B-9CEB-89E1-A197-9D7912D7DBDD}"/>
              </a:ext>
            </a:extLst>
          </p:cNvPr>
          <p:cNvSpPr>
            <a:spLocks noGrp="1"/>
          </p:cNvSpPr>
          <p:nvPr>
            <p:ph type="title"/>
          </p:nvPr>
        </p:nvSpPr>
        <p:spPr>
          <a:xfrm>
            <a:off x="1371597" y="348865"/>
            <a:ext cx="10044023" cy="877729"/>
          </a:xfrm>
        </p:spPr>
        <p:txBody>
          <a:bodyPr anchor="ctr">
            <a:normAutofit/>
          </a:bodyPr>
          <a:lstStyle/>
          <a:p>
            <a:r>
              <a:rPr lang="it-IT" sz="4000">
                <a:solidFill>
                  <a:srgbClr val="FFFFFF"/>
                </a:solidFill>
              </a:rPr>
              <a:t>Components libraries</a:t>
            </a:r>
          </a:p>
        </p:txBody>
      </p:sp>
      <p:graphicFrame>
        <p:nvGraphicFramePr>
          <p:cNvPr id="6" name="Diagramma 5">
            <a:extLst>
              <a:ext uri="{FF2B5EF4-FFF2-40B4-BE49-F238E27FC236}">
                <a16:creationId xmlns:a16="http://schemas.microsoft.com/office/drawing/2014/main" id="{D7683CA8-4BF2-DF45-CE64-C850F89120D3}"/>
              </a:ext>
            </a:extLst>
          </p:cNvPr>
          <p:cNvGraphicFramePr/>
          <p:nvPr>
            <p:extLst>
              <p:ext uri="{D42A27DB-BD31-4B8C-83A1-F6EECF244321}">
                <p14:modId xmlns:p14="http://schemas.microsoft.com/office/powerpoint/2010/main" val="307476105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7303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341EB6-C8B6-56CD-8CB1-6DF9089E8192}"/>
            </a:ext>
          </a:extLst>
        </p:cNvPr>
        <p:cNvGrpSpPr/>
        <p:nvPr/>
      </p:nvGrpSpPr>
      <p:grpSpPr>
        <a:xfrm>
          <a:off x="0" y="0"/>
          <a:ext cx="0" cy="0"/>
          <a:chOff x="0" y="0"/>
          <a:chExt cx="0" cy="0"/>
        </a:xfrm>
      </p:grpSpPr>
      <p:sp useBgFill="1">
        <p:nvSpPr>
          <p:cNvPr id="93" name="Rectangle 10">
            <a:extLst>
              <a:ext uri="{FF2B5EF4-FFF2-40B4-BE49-F238E27FC236}">
                <a16:creationId xmlns:a16="http://schemas.microsoft.com/office/drawing/2014/main" id="{4BD6C72A-3115-16FA-A474-D6C9AE9ED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12">
            <a:extLst>
              <a:ext uri="{FF2B5EF4-FFF2-40B4-BE49-F238E27FC236}">
                <a16:creationId xmlns:a16="http://schemas.microsoft.com/office/drawing/2014/main" id="{7584ECC9-3212-69B2-1E9A-9D155B6CE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14">
            <a:extLst>
              <a:ext uri="{FF2B5EF4-FFF2-40B4-BE49-F238E27FC236}">
                <a16:creationId xmlns:a16="http://schemas.microsoft.com/office/drawing/2014/main" id="{149FB18E-9402-77DB-4E07-DDEF036F0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16">
            <a:extLst>
              <a:ext uri="{FF2B5EF4-FFF2-40B4-BE49-F238E27FC236}">
                <a16:creationId xmlns:a16="http://schemas.microsoft.com/office/drawing/2014/main" id="{99DAD726-2573-212D-AFC6-AB9C91A45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2DD0FE1-8D5E-19F8-6D76-A4211DAA4C95}"/>
              </a:ext>
            </a:extLst>
          </p:cNvPr>
          <p:cNvSpPr>
            <a:spLocks noGrp="1"/>
          </p:cNvSpPr>
          <p:nvPr>
            <p:ph type="title"/>
          </p:nvPr>
        </p:nvSpPr>
        <p:spPr>
          <a:xfrm>
            <a:off x="1371597" y="348865"/>
            <a:ext cx="10044023" cy="877729"/>
          </a:xfrm>
        </p:spPr>
        <p:txBody>
          <a:bodyPr anchor="ctr">
            <a:normAutofit/>
          </a:bodyPr>
          <a:lstStyle/>
          <a:p>
            <a:r>
              <a:rPr lang="it-IT" sz="4000">
                <a:solidFill>
                  <a:srgbClr val="FFFFFF"/>
                </a:solidFill>
              </a:rPr>
              <a:t>Database: Entity Tables</a:t>
            </a:r>
            <a:endParaRPr lang="it-IT" sz="4000" err="1">
              <a:solidFill>
                <a:srgbClr val="FFFFFF"/>
              </a:solidFill>
            </a:endParaRPr>
          </a:p>
        </p:txBody>
      </p:sp>
      <p:graphicFrame>
        <p:nvGraphicFramePr>
          <p:cNvPr id="38" name="Content Placeholder 3">
            <a:extLst>
              <a:ext uri="{FF2B5EF4-FFF2-40B4-BE49-F238E27FC236}">
                <a16:creationId xmlns:a16="http://schemas.microsoft.com/office/drawing/2014/main" id="{D253F813-46F6-8620-63C0-1E980AC7E9AC}"/>
              </a:ext>
            </a:extLst>
          </p:cNvPr>
          <p:cNvGraphicFramePr>
            <a:graphicFrameLocks noGrp="1"/>
          </p:cNvGraphicFramePr>
          <p:nvPr>
            <p:extLst>
              <p:ext uri="{D42A27DB-BD31-4B8C-83A1-F6EECF244321}">
                <p14:modId xmlns:p14="http://schemas.microsoft.com/office/powerpoint/2010/main" val="221068889"/>
              </p:ext>
            </p:extLst>
          </p:nvPr>
        </p:nvGraphicFramePr>
        <p:xfrm>
          <a:off x="838200" y="1577020"/>
          <a:ext cx="10515600" cy="27549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5" name="TextBox 84">
            <a:extLst>
              <a:ext uri="{FF2B5EF4-FFF2-40B4-BE49-F238E27FC236}">
                <a16:creationId xmlns:a16="http://schemas.microsoft.com/office/drawing/2014/main" id="{0278CC57-E84E-E8DA-5D08-10A11D3317AC}"/>
              </a:ext>
            </a:extLst>
          </p:cNvPr>
          <p:cNvSpPr txBox="1"/>
          <p:nvPr/>
        </p:nvSpPr>
        <p:spPr>
          <a:xfrm>
            <a:off x="842269" y="4572792"/>
            <a:ext cx="105140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rPr>
              <a:t>Red </a:t>
            </a:r>
            <a:r>
              <a:rPr lang="en-US"/>
              <a:t>fields are meant to represent the Primary keys.</a:t>
            </a:r>
          </a:p>
          <a:p>
            <a:r>
              <a:rPr lang="en-US">
                <a:solidFill>
                  <a:schemeClr val="accent6"/>
                </a:solidFill>
              </a:rPr>
              <a:t>Green</a:t>
            </a:r>
            <a:r>
              <a:rPr lang="en-US"/>
              <a:t> fields meanwhile to represent the Foreign keys.</a:t>
            </a:r>
          </a:p>
        </p:txBody>
      </p:sp>
    </p:spTree>
    <p:extLst>
      <p:ext uri="{BB962C8B-B14F-4D97-AF65-F5344CB8AC3E}">
        <p14:creationId xmlns:p14="http://schemas.microsoft.com/office/powerpoint/2010/main" val="1224661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F727C8-135D-C3DF-E294-D30C05B24E76}"/>
            </a:ext>
          </a:extLst>
        </p:cNvPr>
        <p:cNvGrpSpPr/>
        <p:nvPr/>
      </p:nvGrpSpPr>
      <p:grpSpPr>
        <a:xfrm>
          <a:off x="0" y="0"/>
          <a:ext cx="0" cy="0"/>
          <a:chOff x="0" y="0"/>
          <a:chExt cx="0" cy="0"/>
        </a:xfrm>
      </p:grpSpPr>
      <p:sp>
        <p:nvSpPr>
          <p:cNvPr id="94" name="Rectangle 12">
            <a:extLst>
              <a:ext uri="{FF2B5EF4-FFF2-40B4-BE49-F238E27FC236}">
                <a16:creationId xmlns:a16="http://schemas.microsoft.com/office/drawing/2014/main" id="{F38F7342-91A9-91A2-CC01-A81044451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14">
            <a:extLst>
              <a:ext uri="{FF2B5EF4-FFF2-40B4-BE49-F238E27FC236}">
                <a16:creationId xmlns:a16="http://schemas.microsoft.com/office/drawing/2014/main" id="{F0CC47A9-8A3D-A0EB-A97F-F0E9C25DC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16">
            <a:extLst>
              <a:ext uri="{FF2B5EF4-FFF2-40B4-BE49-F238E27FC236}">
                <a16:creationId xmlns:a16="http://schemas.microsoft.com/office/drawing/2014/main" id="{6CCC9FEB-405D-22C4-17E1-863779A7F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AE053881-61DA-6E1D-A612-C60E42B1B617}"/>
              </a:ext>
            </a:extLst>
          </p:cNvPr>
          <p:cNvSpPr>
            <a:spLocks noGrp="1"/>
          </p:cNvSpPr>
          <p:nvPr>
            <p:ph type="title"/>
          </p:nvPr>
        </p:nvSpPr>
        <p:spPr>
          <a:xfrm>
            <a:off x="1371597" y="348865"/>
            <a:ext cx="10044023" cy="877729"/>
          </a:xfrm>
        </p:spPr>
        <p:txBody>
          <a:bodyPr anchor="ctr">
            <a:normAutofit/>
          </a:bodyPr>
          <a:lstStyle/>
          <a:p>
            <a:r>
              <a:rPr lang="en-GB" sz="4000" dirty="0">
                <a:solidFill>
                  <a:srgbClr val="FFFFFF"/>
                </a:solidFill>
              </a:rPr>
              <a:t>Data Analysis</a:t>
            </a:r>
          </a:p>
        </p:txBody>
      </p:sp>
      <p:sp>
        <p:nvSpPr>
          <p:cNvPr id="14" name="TextBox 13">
            <a:extLst>
              <a:ext uri="{FF2B5EF4-FFF2-40B4-BE49-F238E27FC236}">
                <a16:creationId xmlns:a16="http://schemas.microsoft.com/office/drawing/2014/main" id="{87D83D4E-E1DE-1DC8-68D9-CA0F7E4EA13D}"/>
              </a:ext>
            </a:extLst>
          </p:cNvPr>
          <p:cNvSpPr txBox="1"/>
          <p:nvPr/>
        </p:nvSpPr>
        <p:spPr>
          <a:xfrm>
            <a:off x="479238" y="1825061"/>
            <a:ext cx="1123167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For the logged users, namely the ones that are going to manage the system, are also able to visualize the best-selling product of the month, both in general and for each distributor.</a:t>
            </a:r>
          </a:p>
          <a:p>
            <a:r>
              <a:rPr lang="en-US" dirty="0"/>
              <a:t>This way, the City Council will choose more carefully what products are the most required during a certain period.</a:t>
            </a:r>
          </a:p>
          <a:p>
            <a:endParaRPr lang="en-US" dirty="0"/>
          </a:p>
          <a:p>
            <a:r>
              <a:rPr lang="en-US" dirty="0"/>
              <a:t>This data analysis uses the entries from the Selling table, updated for each new purchase.</a:t>
            </a:r>
          </a:p>
          <a:p>
            <a:r>
              <a:rPr lang="en-US" dirty="0"/>
              <a:t>It's entirely server-based, without the use of third party's APIs.</a:t>
            </a:r>
          </a:p>
          <a:p>
            <a:endParaRPr lang="en-US" dirty="0"/>
          </a:p>
          <a:p>
            <a:r>
              <a:rPr lang="en-US" dirty="0"/>
              <a:t>This aspect could be expanded more in depth outside of the prototype phase, for example by considering the prior years as to see the fluctuations of the yearly and monthly purchases.</a:t>
            </a:r>
          </a:p>
        </p:txBody>
      </p:sp>
    </p:spTree>
    <p:extLst>
      <p:ext uri="{BB962C8B-B14F-4D97-AF65-F5344CB8AC3E}">
        <p14:creationId xmlns:p14="http://schemas.microsoft.com/office/powerpoint/2010/main" val="906776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B61A4F-AB59-07BA-71C5-9D9DEAC310A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DFA0D07-0017-691C-EDA9-209BE340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2B15076-C059-9268-7590-A402DE35B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3A9FB5-D48C-EBEE-4234-36F2C067F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6D33D84-4960-D196-F7D0-C7897295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6AC0B39-125A-521A-29A4-D5D1BE703B1C}"/>
              </a:ext>
            </a:extLst>
          </p:cNvPr>
          <p:cNvSpPr>
            <a:spLocks noGrp="1"/>
          </p:cNvSpPr>
          <p:nvPr>
            <p:ph type="title"/>
          </p:nvPr>
        </p:nvSpPr>
        <p:spPr>
          <a:xfrm>
            <a:off x="1371597" y="348865"/>
            <a:ext cx="10044023" cy="877729"/>
          </a:xfrm>
        </p:spPr>
        <p:txBody>
          <a:bodyPr anchor="ctr">
            <a:normAutofit/>
          </a:bodyPr>
          <a:lstStyle/>
          <a:p>
            <a:r>
              <a:rPr lang="it-IT" sz="4000">
                <a:solidFill>
                  <a:srgbClr val="FFFFFF"/>
                </a:solidFill>
              </a:rPr>
              <a:t>Database: </a:t>
            </a:r>
            <a:r>
              <a:rPr lang="it-IT" sz="4000" err="1">
                <a:solidFill>
                  <a:srgbClr val="FFFFFF"/>
                </a:solidFill>
              </a:rPr>
              <a:t>Entity</a:t>
            </a:r>
            <a:r>
              <a:rPr lang="it-IT" sz="4000">
                <a:solidFill>
                  <a:srgbClr val="FFFFFF"/>
                </a:solidFill>
              </a:rPr>
              <a:t> Relations</a:t>
            </a:r>
          </a:p>
        </p:txBody>
      </p:sp>
      <p:sp>
        <p:nvSpPr>
          <p:cNvPr id="29" name="Rectangle: Rounded Corners 826">
            <a:extLst>
              <a:ext uri="{FF2B5EF4-FFF2-40B4-BE49-F238E27FC236}">
                <a16:creationId xmlns:a16="http://schemas.microsoft.com/office/drawing/2014/main" id="{D6B8329C-234A-8656-4384-C6AE85FF1EE3}"/>
              </a:ext>
            </a:extLst>
          </p:cNvPr>
          <p:cNvSpPr/>
          <p:nvPr/>
        </p:nvSpPr>
        <p:spPr>
          <a:xfrm>
            <a:off x="2611005" y="5693760"/>
            <a:ext cx="2567836" cy="594986"/>
          </a:xfrm>
          <a:prstGeom prst="flowChartProcess">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US"/>
              <a:t>Distributor</a:t>
            </a:r>
          </a:p>
        </p:txBody>
      </p:sp>
      <p:sp>
        <p:nvSpPr>
          <p:cNvPr id="31" name="Rectangle: Rounded Corners 826">
            <a:extLst>
              <a:ext uri="{FF2B5EF4-FFF2-40B4-BE49-F238E27FC236}">
                <a16:creationId xmlns:a16="http://schemas.microsoft.com/office/drawing/2014/main" id="{A091371F-E3FD-CAFF-540D-B40FDDDCDB86}"/>
              </a:ext>
            </a:extLst>
          </p:cNvPr>
          <p:cNvSpPr/>
          <p:nvPr/>
        </p:nvSpPr>
        <p:spPr>
          <a:xfrm>
            <a:off x="2611005" y="2144718"/>
            <a:ext cx="2567836" cy="594986"/>
          </a:xfrm>
          <a:prstGeom prst="flowChartProcess">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US"/>
              <a:t>Products</a:t>
            </a:r>
          </a:p>
        </p:txBody>
      </p:sp>
      <p:sp>
        <p:nvSpPr>
          <p:cNvPr id="33" name="Rectangle: Rounded Corners 826">
            <a:extLst>
              <a:ext uri="{FF2B5EF4-FFF2-40B4-BE49-F238E27FC236}">
                <a16:creationId xmlns:a16="http://schemas.microsoft.com/office/drawing/2014/main" id="{6F0451D7-FF04-CF08-995E-48D9EFAFCB01}"/>
              </a:ext>
            </a:extLst>
          </p:cNvPr>
          <p:cNvSpPr/>
          <p:nvPr/>
        </p:nvSpPr>
        <p:spPr>
          <a:xfrm>
            <a:off x="4641265" y="3621746"/>
            <a:ext cx="2567836" cy="1398739"/>
          </a:xfrm>
          <a:prstGeom prst="flowChartDecision">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US"/>
              <a:t>Products In Distributor</a:t>
            </a:r>
          </a:p>
        </p:txBody>
      </p:sp>
      <p:sp>
        <p:nvSpPr>
          <p:cNvPr id="35" name="Rectangle: Rounded Corners 826">
            <a:extLst>
              <a:ext uri="{FF2B5EF4-FFF2-40B4-BE49-F238E27FC236}">
                <a16:creationId xmlns:a16="http://schemas.microsoft.com/office/drawing/2014/main" id="{96D2846A-AD4A-CD75-B550-DCB08B26A9F1}"/>
              </a:ext>
            </a:extLst>
          </p:cNvPr>
          <p:cNvSpPr/>
          <p:nvPr/>
        </p:nvSpPr>
        <p:spPr>
          <a:xfrm>
            <a:off x="628766" y="3621747"/>
            <a:ext cx="2567836" cy="1398737"/>
          </a:xfrm>
          <a:prstGeom prst="flowChartDecision">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US"/>
              <a:t>Selling</a:t>
            </a:r>
          </a:p>
        </p:txBody>
      </p:sp>
      <p:sp>
        <p:nvSpPr>
          <p:cNvPr id="37" name="Rectangle: Rounded Corners 826">
            <a:extLst>
              <a:ext uri="{FF2B5EF4-FFF2-40B4-BE49-F238E27FC236}">
                <a16:creationId xmlns:a16="http://schemas.microsoft.com/office/drawing/2014/main" id="{FA654271-40F2-BB92-9FD1-DBEBCA36E3ED}"/>
              </a:ext>
            </a:extLst>
          </p:cNvPr>
          <p:cNvSpPr/>
          <p:nvPr/>
        </p:nvSpPr>
        <p:spPr>
          <a:xfrm>
            <a:off x="8366341" y="2505203"/>
            <a:ext cx="2567836" cy="594986"/>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User</a:t>
            </a:r>
          </a:p>
        </p:txBody>
      </p:sp>
      <p:sp>
        <p:nvSpPr>
          <p:cNvPr id="39" name="Oval 38">
            <a:extLst>
              <a:ext uri="{FF2B5EF4-FFF2-40B4-BE49-F238E27FC236}">
                <a16:creationId xmlns:a16="http://schemas.microsoft.com/office/drawing/2014/main" id="{0F8085C6-4D29-6F91-36D5-863D2BBD26F3}"/>
              </a:ext>
            </a:extLst>
          </p:cNvPr>
          <p:cNvSpPr/>
          <p:nvPr/>
        </p:nvSpPr>
        <p:spPr>
          <a:xfrm>
            <a:off x="3195554" y="5203158"/>
            <a:ext cx="1398740" cy="490603"/>
          </a:xfrm>
          <a:prstGeom prst="ellipse">
            <a:avLst/>
          </a:prstGeom>
          <a:ln>
            <a:solidFill>
              <a:schemeClr val="bg2">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id</a:t>
            </a:r>
          </a:p>
        </p:txBody>
      </p:sp>
      <p:sp>
        <p:nvSpPr>
          <p:cNvPr id="41" name="Oval 40">
            <a:extLst>
              <a:ext uri="{FF2B5EF4-FFF2-40B4-BE49-F238E27FC236}">
                <a16:creationId xmlns:a16="http://schemas.microsoft.com/office/drawing/2014/main" id="{86DCEB87-EA95-EDD7-CDDA-AAA993D4097E}"/>
              </a:ext>
            </a:extLst>
          </p:cNvPr>
          <p:cNvSpPr/>
          <p:nvPr/>
        </p:nvSpPr>
        <p:spPr>
          <a:xfrm>
            <a:off x="3195554" y="2739706"/>
            <a:ext cx="1398740" cy="490603"/>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id</a:t>
            </a:r>
          </a:p>
        </p:txBody>
      </p:sp>
      <p:sp>
        <p:nvSpPr>
          <p:cNvPr id="43" name="TextBox 42">
            <a:extLst>
              <a:ext uri="{FF2B5EF4-FFF2-40B4-BE49-F238E27FC236}">
                <a16:creationId xmlns:a16="http://schemas.microsoft.com/office/drawing/2014/main" id="{E888326F-DA6D-2819-2793-12A7F716ACD3}"/>
              </a:ext>
            </a:extLst>
          </p:cNvPr>
          <p:cNvSpPr txBox="1"/>
          <p:nvPr/>
        </p:nvSpPr>
        <p:spPr>
          <a:xfrm>
            <a:off x="5878211" y="2802336"/>
            <a:ext cx="8329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 n)</a:t>
            </a:r>
          </a:p>
        </p:txBody>
      </p:sp>
      <p:sp>
        <p:nvSpPr>
          <p:cNvPr id="45" name="TextBox 44">
            <a:extLst>
              <a:ext uri="{FF2B5EF4-FFF2-40B4-BE49-F238E27FC236}">
                <a16:creationId xmlns:a16="http://schemas.microsoft.com/office/drawing/2014/main" id="{53A39B56-FC50-B0E4-4B7B-503A6930FF18}"/>
              </a:ext>
            </a:extLst>
          </p:cNvPr>
          <p:cNvSpPr txBox="1"/>
          <p:nvPr/>
        </p:nvSpPr>
        <p:spPr>
          <a:xfrm>
            <a:off x="1285335" y="2844089"/>
            <a:ext cx="8329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 n)</a:t>
            </a:r>
          </a:p>
        </p:txBody>
      </p:sp>
      <p:sp>
        <p:nvSpPr>
          <p:cNvPr id="47" name="TextBox 46">
            <a:extLst>
              <a:ext uri="{FF2B5EF4-FFF2-40B4-BE49-F238E27FC236}">
                <a16:creationId xmlns:a16="http://schemas.microsoft.com/office/drawing/2014/main" id="{0D39E577-9B64-2894-B4A3-CE14A3A70A1D}"/>
              </a:ext>
            </a:extLst>
          </p:cNvPr>
          <p:cNvSpPr txBox="1"/>
          <p:nvPr/>
        </p:nvSpPr>
        <p:spPr>
          <a:xfrm>
            <a:off x="5878211" y="5370171"/>
            <a:ext cx="8329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 n)</a:t>
            </a:r>
          </a:p>
        </p:txBody>
      </p:sp>
      <p:sp>
        <p:nvSpPr>
          <p:cNvPr id="49" name="TextBox 48">
            <a:extLst>
              <a:ext uri="{FF2B5EF4-FFF2-40B4-BE49-F238E27FC236}">
                <a16:creationId xmlns:a16="http://schemas.microsoft.com/office/drawing/2014/main" id="{D6922EF3-BCE3-C285-E27F-492827AD9B93}"/>
              </a:ext>
            </a:extLst>
          </p:cNvPr>
          <p:cNvSpPr txBox="1"/>
          <p:nvPr/>
        </p:nvSpPr>
        <p:spPr>
          <a:xfrm>
            <a:off x="1285333" y="5370170"/>
            <a:ext cx="8329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 n)</a:t>
            </a:r>
          </a:p>
        </p:txBody>
      </p:sp>
      <p:cxnSp>
        <p:nvCxnSpPr>
          <p:cNvPr id="51" name="Connettore a gomito 6">
            <a:extLst>
              <a:ext uri="{FF2B5EF4-FFF2-40B4-BE49-F238E27FC236}">
                <a16:creationId xmlns:a16="http://schemas.microsoft.com/office/drawing/2014/main" id="{F50510FA-6101-2F47-6F5A-445418216A1A}"/>
              </a:ext>
            </a:extLst>
          </p:cNvPr>
          <p:cNvCxnSpPr>
            <a:cxnSpLocks/>
          </p:cNvCxnSpPr>
          <p:nvPr/>
        </p:nvCxnSpPr>
        <p:spPr>
          <a:xfrm>
            <a:off x="5178841" y="2442211"/>
            <a:ext cx="746342" cy="1179535"/>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53" name="Connettore a gomito 10">
            <a:extLst>
              <a:ext uri="{FF2B5EF4-FFF2-40B4-BE49-F238E27FC236}">
                <a16:creationId xmlns:a16="http://schemas.microsoft.com/office/drawing/2014/main" id="{59060E11-04E3-16FE-2038-6EA42CCF6187}"/>
              </a:ext>
            </a:extLst>
          </p:cNvPr>
          <p:cNvCxnSpPr/>
          <p:nvPr/>
        </p:nvCxnSpPr>
        <p:spPr>
          <a:xfrm flipV="1">
            <a:off x="5178841" y="5020485"/>
            <a:ext cx="746342" cy="97076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55" name="Connettore a gomito 12">
            <a:extLst>
              <a:ext uri="{FF2B5EF4-FFF2-40B4-BE49-F238E27FC236}">
                <a16:creationId xmlns:a16="http://schemas.microsoft.com/office/drawing/2014/main" id="{931CF6EB-0CF4-4018-8D21-E270C6C530F5}"/>
              </a:ext>
            </a:extLst>
          </p:cNvPr>
          <p:cNvCxnSpPr/>
          <p:nvPr/>
        </p:nvCxnSpPr>
        <p:spPr>
          <a:xfrm rot="10800000">
            <a:off x="1911635" y="5020485"/>
            <a:ext cx="699370" cy="970769"/>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57" name="Connettore a gomito 14">
            <a:extLst>
              <a:ext uri="{FF2B5EF4-FFF2-40B4-BE49-F238E27FC236}">
                <a16:creationId xmlns:a16="http://schemas.microsoft.com/office/drawing/2014/main" id="{F2CC43F2-B7C4-2B76-5FDA-0CF22B250AF5}"/>
              </a:ext>
            </a:extLst>
          </p:cNvPr>
          <p:cNvCxnSpPr/>
          <p:nvPr/>
        </p:nvCxnSpPr>
        <p:spPr>
          <a:xfrm rot="10800000" flipV="1">
            <a:off x="1911635" y="2442211"/>
            <a:ext cx="699370" cy="1179536"/>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16822418"/>
      </p:ext>
    </p:extLst>
  </p:cSld>
  <p:clrMapOvr>
    <a:masterClrMapping/>
  </p:clrMapOvr>
</p:sld>
</file>

<file path=ppt/theme/theme1.xml><?xml version="1.0" encoding="utf-8"?>
<a:theme xmlns:a="http://schemas.openxmlformats.org/drawingml/2006/main" name="Tema di Office">
  <a:themeElements>
    <a:clrScheme name="Personalizzato 2">
      <a:dk1>
        <a:sysClr val="windowText" lastClr="000000"/>
      </a:dk1>
      <a:lt1>
        <a:sysClr val="window" lastClr="FFFFFF"/>
      </a:lt1>
      <a:dk2>
        <a:srgbClr val="0E2841"/>
      </a:dk2>
      <a:lt2>
        <a:srgbClr val="E8E8E8"/>
      </a:lt2>
      <a:accent1>
        <a:srgbClr val="156082"/>
      </a:accent1>
      <a:accent2>
        <a:srgbClr val="153D64"/>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6a7b784-27d1-4eb1-b12e-3f529db6005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47C00C2D6A58B54ABE327327972C15BA" ma:contentTypeVersion="15" ma:contentTypeDescription="Creare un nuovo documento." ma:contentTypeScope="" ma:versionID="a67a14e420a9cc4606c60b1997f21d8b">
  <xsd:schema xmlns:xsd="http://www.w3.org/2001/XMLSchema" xmlns:xs="http://www.w3.org/2001/XMLSchema" xmlns:p="http://schemas.microsoft.com/office/2006/metadata/properties" xmlns:ns3="16a7b784-27d1-4eb1-b12e-3f529db60055" xmlns:ns4="40838beb-f31b-4410-9b86-f6a33ae4e5ae" targetNamespace="http://schemas.microsoft.com/office/2006/metadata/properties" ma:root="true" ma:fieldsID="f21aefa642da7d8bd4ac86f34ee45476" ns3:_="" ns4:_="">
    <xsd:import namespace="16a7b784-27d1-4eb1-b12e-3f529db60055"/>
    <xsd:import namespace="40838beb-f31b-4410-9b86-f6a33ae4e5ae"/>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a7b784-27d1-4eb1-b12e-3f529db600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838beb-f31b-4410-9b86-f6a33ae4e5ae" elementFormDefault="qualified">
    <xsd:import namespace="http://schemas.microsoft.com/office/2006/documentManagement/types"/>
    <xsd:import namespace="http://schemas.microsoft.com/office/infopath/2007/PartnerControls"/>
    <xsd:element name="SharedWithUsers" ma:index="11"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Condiviso con dettagli" ma:internalName="SharedWithDetails" ma:readOnly="true">
      <xsd:simpleType>
        <xsd:restriction base="dms:Note">
          <xsd:maxLength value="255"/>
        </xsd:restriction>
      </xsd:simpleType>
    </xsd:element>
    <xsd:element name="SharingHintHash" ma:index="13"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9C73F4-45FB-49BD-B927-B44F8D15CC4A}">
  <ds:schemaRefs>
    <ds:schemaRef ds:uri="http://schemas.microsoft.com/sharepoint/v3/contenttype/forms"/>
  </ds:schemaRefs>
</ds:datastoreItem>
</file>

<file path=customXml/itemProps2.xml><?xml version="1.0" encoding="utf-8"?>
<ds:datastoreItem xmlns:ds="http://schemas.openxmlformats.org/officeDocument/2006/customXml" ds:itemID="{B78610CF-59F2-4042-9547-90659559A44C}">
  <ds:schemaRefs>
    <ds:schemaRef ds:uri="http://www.w3.org/XML/1998/namespace"/>
    <ds:schemaRef ds:uri="http://purl.org/dc/dcmitype/"/>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40838beb-f31b-4410-9b86-f6a33ae4e5ae"/>
    <ds:schemaRef ds:uri="16a7b784-27d1-4eb1-b12e-3f529db60055"/>
    <ds:schemaRef ds:uri="http://schemas.microsoft.com/office/2006/metadata/properties"/>
  </ds:schemaRefs>
</ds:datastoreItem>
</file>

<file path=customXml/itemProps3.xml><?xml version="1.0" encoding="utf-8"?>
<ds:datastoreItem xmlns:ds="http://schemas.openxmlformats.org/officeDocument/2006/customXml" ds:itemID="{7D1889EF-DE48-4DF8-92A6-BD0661CF10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a7b784-27d1-4eb1-b12e-3f529db60055"/>
    <ds:schemaRef ds:uri="40838beb-f31b-4410-9b86-f6a33ae4e5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TotalTime>
  <Words>460</Words>
  <Application>Microsoft Office PowerPoint</Application>
  <PresentationFormat>Widescreen</PresentationFormat>
  <Paragraphs>108</Paragraphs>
  <Slides>8</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8</vt:i4>
      </vt:variant>
    </vt:vector>
  </HeadingPairs>
  <TitlesOfParts>
    <vt:vector size="13" baseType="lpstr">
      <vt:lpstr>Aptos</vt:lpstr>
      <vt:lpstr>Aptos Display</vt:lpstr>
      <vt:lpstr>Arial</vt:lpstr>
      <vt:lpstr>Calibri</vt:lpstr>
      <vt:lpstr>Tema di Office</vt:lpstr>
      <vt:lpstr>Presentazione standard di PowerPoint</vt:lpstr>
      <vt:lpstr>Communications steps</vt:lpstr>
      <vt:lpstr>Server to dispenser communications</vt:lpstr>
      <vt:lpstr>Dispenser to server communications</vt:lpstr>
      <vt:lpstr>Components libraries</vt:lpstr>
      <vt:lpstr>Database: Entity Tables</vt:lpstr>
      <vt:lpstr>Data Analysis</vt:lpstr>
      <vt:lpstr>Database: Entity Relations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MATTIA GRIGOLI</dc:creator>
  <cp:lastModifiedBy>SSB Bat98</cp:lastModifiedBy>
  <cp:revision>1428</cp:revision>
  <dcterms:created xsi:type="dcterms:W3CDTF">2026-01-26T14:00:59Z</dcterms:created>
  <dcterms:modified xsi:type="dcterms:W3CDTF">2026-01-26T17:09:47Z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0x01010047C00C2D6A58B54ABE327327972C15BA</vt:lpwstr>
  </property>
</Properties>
</file>